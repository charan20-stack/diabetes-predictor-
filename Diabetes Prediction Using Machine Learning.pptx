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 id="2147483652" r:id="rId5"/>
    <p:sldMasterId id="2147483654" r:id="rId6"/>
    <p:sldMasterId id="214748365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Lst>
  <p:sldSz cy="5143500" cx="9144000"/>
  <p:notesSz cx="6858000" cy="9144000"/>
  <p:embeddedFontLst>
    <p:embeddedFont>
      <p:font typeface="Plus Jakarta Sans ExtraBold"/>
      <p:bold r:id="rId23"/>
      <p:boldItalic r:id="rId24"/>
    </p:embeddedFont>
    <p:embeddedFont>
      <p:font typeface="Noto Sans Symbols"/>
      <p:regular r:id="rId25"/>
      <p:bold r:id="rId26"/>
    </p:embeddedFont>
    <p:embeddedFont>
      <p:font typeface="Roboto Mono"/>
      <p:regular r:id="rId27"/>
      <p:bold r:id="rId28"/>
      <p:italic r:id="rId29"/>
      <p:boldItalic r:id="rId30"/>
    </p:embeddedFont>
    <p:embeddedFont>
      <p:font typeface="DM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gTGkSQ6yBHLx3r6qkGz7Y5HtQ5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font" Target="fonts/PlusJakartaSansExtraBold-boldItalic.fntdata"/><Relationship Id="rId23" Type="http://schemas.openxmlformats.org/officeDocument/2006/relationships/font" Target="fonts/PlusJakartaSansExtra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26" Type="http://schemas.openxmlformats.org/officeDocument/2006/relationships/font" Target="fonts/NotoSansSymbols-bold.fntdata"/><Relationship Id="rId25" Type="http://schemas.openxmlformats.org/officeDocument/2006/relationships/font" Target="fonts/NotoSansSymbols-regular.fntdata"/><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font" Target="fonts/RobotoMono-italic.fntdata"/><Relationship Id="rId7" Type="http://schemas.openxmlformats.org/officeDocument/2006/relationships/slideMaster" Target="slideMasters/slideMaster5.xml"/><Relationship Id="rId8" Type="http://schemas.openxmlformats.org/officeDocument/2006/relationships/notesMaster" Target="notesMasters/notesMaster1.xml"/><Relationship Id="rId31" Type="http://schemas.openxmlformats.org/officeDocument/2006/relationships/font" Target="fonts/DMSans-regular.fntdata"/><Relationship Id="rId30" Type="http://schemas.openxmlformats.org/officeDocument/2006/relationships/font" Target="fonts/RobotoMono-boldItalic.fntdata"/><Relationship Id="rId11" Type="http://schemas.openxmlformats.org/officeDocument/2006/relationships/slide" Target="slides/slide3.xml"/><Relationship Id="rId33" Type="http://schemas.openxmlformats.org/officeDocument/2006/relationships/font" Target="fonts/DMSans-italic.fntdata"/><Relationship Id="rId10" Type="http://schemas.openxmlformats.org/officeDocument/2006/relationships/slide" Target="slides/slide2.xml"/><Relationship Id="rId32" Type="http://schemas.openxmlformats.org/officeDocument/2006/relationships/font" Target="fonts/DMSans-bold.fntdata"/><Relationship Id="rId13" Type="http://schemas.openxmlformats.org/officeDocument/2006/relationships/slide" Target="slides/slide5.xml"/><Relationship Id="rId35" Type="http://customschemas.google.com/relationships/presentationmetadata" Target="metadata"/><Relationship Id="rId12" Type="http://schemas.openxmlformats.org/officeDocument/2006/relationships/slide" Target="slides/slide4.xml"/><Relationship Id="rId34" Type="http://schemas.openxmlformats.org/officeDocument/2006/relationships/font" Target="fonts/DMSans-bold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4742053de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4742053d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4742053dee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49" name="Google Shape;849;g34742053de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4742053de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g34742053dee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46878187cd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46878187c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33" name="Shape 33"/>
        <p:cNvGrpSpPr/>
        <p:nvPr/>
      </p:nvGrpSpPr>
      <p:grpSpPr>
        <a:xfrm>
          <a:off x="0" y="0"/>
          <a:ext cx="0" cy="0"/>
          <a:chOff x="0" y="0"/>
          <a:chExt cx="0" cy="0"/>
        </a:xfrm>
      </p:grpSpPr>
      <p:sp>
        <p:nvSpPr>
          <p:cNvPr id="34" name="Google Shape;34;p13"/>
          <p:cNvSpPr txBox="1"/>
          <p:nvPr>
            <p:ph type="title"/>
          </p:nvPr>
        </p:nvSpPr>
        <p:spPr>
          <a:xfrm>
            <a:off x="713160" y="753840"/>
            <a:ext cx="4103640" cy="10584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type="blank">
  <p:cSld name="BLANK">
    <p:spTree>
      <p:nvGrpSpPr>
        <p:cNvPr id="73" name="Shape 7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blank">
  <p:cSld name="BLANK">
    <p:spTree>
      <p:nvGrpSpPr>
        <p:cNvPr id="115" name="Shape 115"/>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ype="blank">
  <p:cSld name="BLANK">
    <p:spTree>
      <p:nvGrpSpPr>
        <p:cNvPr id="146" name="Shape 14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type="blank">
  <p:cSld name="BLANK">
    <p:spTree>
      <p:nvGrpSpPr>
        <p:cNvPr id="187" name="Shape 18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5.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713160" y="630720"/>
            <a:ext cx="4142160" cy="21913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7" name="Google Shape;7;p12"/>
          <p:cNvGrpSpPr/>
          <p:nvPr/>
        </p:nvGrpSpPr>
        <p:grpSpPr>
          <a:xfrm>
            <a:off x="-1985940" y="-2677442"/>
            <a:ext cx="12760326" cy="9507902"/>
            <a:chOff x="-1985940" y="-2677442"/>
            <a:chExt cx="12760326" cy="9507902"/>
          </a:xfrm>
        </p:grpSpPr>
        <p:sp>
          <p:nvSpPr>
            <p:cNvPr id="8" name="Google Shape;8;p12"/>
            <p:cNvSpPr/>
            <p:nvPr/>
          </p:nvSpPr>
          <p:spPr>
            <a:xfrm rot="-5400000">
              <a:off x="-1557720" y="3327480"/>
              <a:ext cx="3074760" cy="3931200"/>
            </a:xfrm>
            <a:custGeom>
              <a:rect b="b" l="l" r="r" t="t"/>
              <a:pathLst>
                <a:path extrusionOk="0" h="1039" w="813">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 name="Google Shape;9;p12"/>
            <p:cNvSpPr/>
            <p:nvPr/>
          </p:nvSpPr>
          <p:spPr>
            <a:xfrm rot="4323000">
              <a:off x="6893280" y="-2574720"/>
              <a:ext cx="3074760" cy="3931200"/>
            </a:xfrm>
            <a:custGeom>
              <a:rect b="b" l="l" r="r" t="t"/>
              <a:pathLst>
                <a:path extrusionOk="0" h="1039" w="813">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372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0" name="Google Shape;10;p12"/>
          <p:cNvGrpSpPr/>
          <p:nvPr/>
        </p:nvGrpSpPr>
        <p:grpSpPr>
          <a:xfrm>
            <a:off x="3044520" y="444960"/>
            <a:ext cx="5522040" cy="4257720"/>
            <a:chOff x="3044520" y="444960"/>
            <a:chExt cx="5522040" cy="4257720"/>
          </a:xfrm>
        </p:grpSpPr>
        <p:grpSp>
          <p:nvGrpSpPr>
            <p:cNvPr id="11" name="Google Shape;11;p12"/>
            <p:cNvGrpSpPr/>
            <p:nvPr/>
          </p:nvGrpSpPr>
          <p:grpSpPr>
            <a:xfrm>
              <a:off x="4441320" y="444960"/>
              <a:ext cx="188280" cy="188640"/>
              <a:chOff x="4441320" y="444960"/>
              <a:chExt cx="188280" cy="188640"/>
            </a:xfrm>
          </p:grpSpPr>
          <p:sp>
            <p:nvSpPr>
              <p:cNvPr id="12" name="Google Shape;12;p12"/>
              <p:cNvSpPr/>
              <p:nvPr/>
            </p:nvSpPr>
            <p:spPr>
              <a:xfrm>
                <a:off x="4511520" y="5338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 name="Google Shape;13;p12"/>
              <p:cNvSpPr/>
              <p:nvPr/>
            </p:nvSpPr>
            <p:spPr>
              <a:xfrm>
                <a:off x="4580640" y="5338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 name="Google Shape;14;p12"/>
              <p:cNvSpPr/>
              <p:nvPr/>
            </p:nvSpPr>
            <p:spPr>
              <a:xfrm>
                <a:off x="4441320" y="53388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 name="Google Shape;15;p12"/>
              <p:cNvSpPr/>
              <p:nvPr/>
            </p:nvSpPr>
            <p:spPr>
              <a:xfrm>
                <a:off x="4528440" y="5162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 name="Google Shape;16;p12"/>
              <p:cNvSpPr/>
              <p:nvPr/>
            </p:nvSpPr>
            <p:spPr>
              <a:xfrm>
                <a:off x="4528440" y="58572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 name="Google Shape;17;p12"/>
              <p:cNvSpPr/>
              <p:nvPr/>
            </p:nvSpPr>
            <p:spPr>
              <a:xfrm>
                <a:off x="4528440" y="44496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8" name="Google Shape;18;p12"/>
            <p:cNvGrpSpPr/>
            <p:nvPr/>
          </p:nvGrpSpPr>
          <p:grpSpPr>
            <a:xfrm>
              <a:off x="8378280" y="851040"/>
              <a:ext cx="188280" cy="188640"/>
              <a:chOff x="8378280" y="851040"/>
              <a:chExt cx="188280" cy="188640"/>
            </a:xfrm>
          </p:grpSpPr>
          <p:sp>
            <p:nvSpPr>
              <p:cNvPr id="19" name="Google Shape;19;p12"/>
              <p:cNvSpPr/>
              <p:nvPr/>
            </p:nvSpPr>
            <p:spPr>
              <a:xfrm>
                <a:off x="8448840" y="9396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 name="Google Shape;20;p12"/>
              <p:cNvSpPr/>
              <p:nvPr/>
            </p:nvSpPr>
            <p:spPr>
              <a:xfrm>
                <a:off x="8517600" y="9396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 name="Google Shape;21;p12"/>
              <p:cNvSpPr/>
              <p:nvPr/>
            </p:nvSpPr>
            <p:spPr>
              <a:xfrm>
                <a:off x="8378280" y="93960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 name="Google Shape;22;p12"/>
              <p:cNvSpPr/>
              <p:nvPr/>
            </p:nvSpPr>
            <p:spPr>
              <a:xfrm>
                <a:off x="8465400" y="92232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 name="Google Shape;23;p12"/>
              <p:cNvSpPr/>
              <p:nvPr/>
            </p:nvSpPr>
            <p:spPr>
              <a:xfrm>
                <a:off x="8465400" y="99180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4" name="Google Shape;24;p12"/>
              <p:cNvSpPr/>
              <p:nvPr/>
            </p:nvSpPr>
            <p:spPr>
              <a:xfrm>
                <a:off x="8465400" y="8510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25" name="Google Shape;25;p12"/>
            <p:cNvGrpSpPr/>
            <p:nvPr/>
          </p:nvGrpSpPr>
          <p:grpSpPr>
            <a:xfrm>
              <a:off x="3044520" y="4514040"/>
              <a:ext cx="187920" cy="188640"/>
              <a:chOff x="3044520" y="4514040"/>
              <a:chExt cx="187920" cy="188640"/>
            </a:xfrm>
          </p:grpSpPr>
          <p:sp>
            <p:nvSpPr>
              <p:cNvPr id="26" name="Google Shape;26;p12"/>
              <p:cNvSpPr/>
              <p:nvPr/>
            </p:nvSpPr>
            <p:spPr>
              <a:xfrm>
                <a:off x="3114720" y="46029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 name="Google Shape;27;p12"/>
              <p:cNvSpPr/>
              <p:nvPr/>
            </p:nvSpPr>
            <p:spPr>
              <a:xfrm>
                <a:off x="3183480" y="46029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 name="Google Shape;28;p12"/>
              <p:cNvSpPr/>
              <p:nvPr/>
            </p:nvSpPr>
            <p:spPr>
              <a:xfrm>
                <a:off x="3044520" y="460296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 name="Google Shape;29;p12"/>
              <p:cNvSpPr/>
              <p:nvPr/>
            </p:nvSpPr>
            <p:spPr>
              <a:xfrm>
                <a:off x="3131640" y="458532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 name="Google Shape;30;p12"/>
              <p:cNvSpPr/>
              <p:nvPr/>
            </p:nvSpPr>
            <p:spPr>
              <a:xfrm>
                <a:off x="3131640" y="465480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 name="Google Shape;31;p12"/>
              <p:cNvSpPr/>
              <p:nvPr/>
            </p:nvSpPr>
            <p:spPr>
              <a:xfrm>
                <a:off x="3131640" y="45140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sp>
        <p:nvSpPr>
          <p:cNvPr id="32" name="Google Shape;32;p12"/>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 name="Shape 36"/>
        <p:cNvGrpSpPr/>
        <p:nvPr/>
      </p:nvGrpSpPr>
      <p:grpSpPr>
        <a:xfrm>
          <a:off x="0" y="0"/>
          <a:ext cx="0" cy="0"/>
          <a:chOff x="0" y="0"/>
          <a:chExt cx="0" cy="0"/>
        </a:xfrm>
      </p:grpSpPr>
      <p:grpSp>
        <p:nvGrpSpPr>
          <p:cNvPr id="37" name="Google Shape;37;p14"/>
          <p:cNvGrpSpPr/>
          <p:nvPr/>
        </p:nvGrpSpPr>
        <p:grpSpPr>
          <a:xfrm>
            <a:off x="321480" y="1306800"/>
            <a:ext cx="8204040" cy="3301560"/>
            <a:chOff x="321480" y="1306800"/>
            <a:chExt cx="8204040" cy="3301560"/>
          </a:xfrm>
        </p:grpSpPr>
        <p:grpSp>
          <p:nvGrpSpPr>
            <p:cNvPr id="38" name="Google Shape;38;p14"/>
            <p:cNvGrpSpPr/>
            <p:nvPr/>
          </p:nvGrpSpPr>
          <p:grpSpPr>
            <a:xfrm>
              <a:off x="8337240" y="3552480"/>
              <a:ext cx="188280" cy="188640"/>
              <a:chOff x="8337240" y="3552480"/>
              <a:chExt cx="188280" cy="188640"/>
            </a:xfrm>
          </p:grpSpPr>
          <p:sp>
            <p:nvSpPr>
              <p:cNvPr id="39" name="Google Shape;39;p14"/>
              <p:cNvSpPr/>
              <p:nvPr/>
            </p:nvSpPr>
            <p:spPr>
              <a:xfrm>
                <a:off x="8407800" y="36410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0" name="Google Shape;40;p14"/>
              <p:cNvSpPr/>
              <p:nvPr/>
            </p:nvSpPr>
            <p:spPr>
              <a:xfrm>
                <a:off x="8476560" y="36410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 name="Google Shape;41;p14"/>
              <p:cNvSpPr/>
              <p:nvPr/>
            </p:nvSpPr>
            <p:spPr>
              <a:xfrm>
                <a:off x="8337240" y="364104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 name="Google Shape;42;p14"/>
              <p:cNvSpPr/>
              <p:nvPr/>
            </p:nvSpPr>
            <p:spPr>
              <a:xfrm>
                <a:off x="8424360" y="362376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 name="Google Shape;43;p14"/>
              <p:cNvSpPr/>
              <p:nvPr/>
            </p:nvSpPr>
            <p:spPr>
              <a:xfrm>
                <a:off x="8424360" y="369324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 name="Google Shape;44;p14"/>
              <p:cNvSpPr/>
              <p:nvPr/>
            </p:nvSpPr>
            <p:spPr>
              <a:xfrm>
                <a:off x="8424360" y="355248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45" name="Google Shape;45;p14"/>
            <p:cNvGrpSpPr/>
            <p:nvPr/>
          </p:nvGrpSpPr>
          <p:grpSpPr>
            <a:xfrm>
              <a:off x="7239600" y="4419720"/>
              <a:ext cx="187920" cy="188640"/>
              <a:chOff x="7239600" y="4419720"/>
              <a:chExt cx="187920" cy="188640"/>
            </a:xfrm>
          </p:grpSpPr>
          <p:sp>
            <p:nvSpPr>
              <p:cNvPr id="46" name="Google Shape;46;p14"/>
              <p:cNvSpPr/>
              <p:nvPr/>
            </p:nvSpPr>
            <p:spPr>
              <a:xfrm>
                <a:off x="7309800" y="45082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 name="Google Shape;47;p14"/>
              <p:cNvSpPr/>
              <p:nvPr/>
            </p:nvSpPr>
            <p:spPr>
              <a:xfrm>
                <a:off x="7378560" y="45082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 name="Google Shape;48;p14"/>
              <p:cNvSpPr/>
              <p:nvPr/>
            </p:nvSpPr>
            <p:spPr>
              <a:xfrm>
                <a:off x="7239600" y="450828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9" name="Google Shape;49;p14"/>
              <p:cNvSpPr/>
              <p:nvPr/>
            </p:nvSpPr>
            <p:spPr>
              <a:xfrm>
                <a:off x="7326720" y="449100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 name="Google Shape;50;p14"/>
              <p:cNvSpPr/>
              <p:nvPr/>
            </p:nvSpPr>
            <p:spPr>
              <a:xfrm>
                <a:off x="7326720" y="456048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 name="Google Shape;51;p14"/>
              <p:cNvSpPr/>
              <p:nvPr/>
            </p:nvSpPr>
            <p:spPr>
              <a:xfrm>
                <a:off x="7326720" y="441972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52" name="Google Shape;52;p14"/>
            <p:cNvGrpSpPr/>
            <p:nvPr/>
          </p:nvGrpSpPr>
          <p:grpSpPr>
            <a:xfrm>
              <a:off x="321480" y="2044440"/>
              <a:ext cx="188280" cy="188280"/>
              <a:chOff x="321480" y="2044440"/>
              <a:chExt cx="188280" cy="188280"/>
            </a:xfrm>
          </p:grpSpPr>
          <p:sp>
            <p:nvSpPr>
              <p:cNvPr id="53" name="Google Shape;53;p14"/>
              <p:cNvSpPr/>
              <p:nvPr/>
            </p:nvSpPr>
            <p:spPr>
              <a:xfrm>
                <a:off x="391680" y="21330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 name="Google Shape;54;p14"/>
              <p:cNvSpPr/>
              <p:nvPr/>
            </p:nvSpPr>
            <p:spPr>
              <a:xfrm>
                <a:off x="460800" y="21330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 name="Google Shape;55;p14"/>
              <p:cNvSpPr/>
              <p:nvPr/>
            </p:nvSpPr>
            <p:spPr>
              <a:xfrm>
                <a:off x="321480" y="213300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 name="Google Shape;56;p14"/>
              <p:cNvSpPr/>
              <p:nvPr/>
            </p:nvSpPr>
            <p:spPr>
              <a:xfrm>
                <a:off x="408600" y="211572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 name="Google Shape;57;p14"/>
              <p:cNvSpPr/>
              <p:nvPr/>
            </p:nvSpPr>
            <p:spPr>
              <a:xfrm>
                <a:off x="408600" y="218484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8" name="Google Shape;58;p14"/>
              <p:cNvSpPr/>
              <p:nvPr/>
            </p:nvSpPr>
            <p:spPr>
              <a:xfrm>
                <a:off x="408600" y="20444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59" name="Google Shape;59;p14"/>
            <p:cNvGrpSpPr/>
            <p:nvPr/>
          </p:nvGrpSpPr>
          <p:grpSpPr>
            <a:xfrm>
              <a:off x="717480" y="1306800"/>
              <a:ext cx="187920" cy="188280"/>
              <a:chOff x="717480" y="1306800"/>
              <a:chExt cx="187920" cy="188280"/>
            </a:xfrm>
          </p:grpSpPr>
          <p:sp>
            <p:nvSpPr>
              <p:cNvPr id="60" name="Google Shape;60;p14"/>
              <p:cNvSpPr/>
              <p:nvPr/>
            </p:nvSpPr>
            <p:spPr>
              <a:xfrm>
                <a:off x="787680" y="13953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1" name="Google Shape;61;p14"/>
              <p:cNvSpPr/>
              <p:nvPr/>
            </p:nvSpPr>
            <p:spPr>
              <a:xfrm>
                <a:off x="856440" y="13953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2" name="Google Shape;62;p14"/>
              <p:cNvSpPr/>
              <p:nvPr/>
            </p:nvSpPr>
            <p:spPr>
              <a:xfrm>
                <a:off x="717480" y="139536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 name="Google Shape;63;p14"/>
              <p:cNvSpPr/>
              <p:nvPr/>
            </p:nvSpPr>
            <p:spPr>
              <a:xfrm>
                <a:off x="804600" y="137808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4" name="Google Shape;64;p14"/>
              <p:cNvSpPr/>
              <p:nvPr/>
            </p:nvSpPr>
            <p:spPr>
              <a:xfrm>
                <a:off x="804600" y="144720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 name="Google Shape;65;p14"/>
              <p:cNvSpPr/>
              <p:nvPr/>
            </p:nvSpPr>
            <p:spPr>
              <a:xfrm>
                <a:off x="804600" y="130680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nvGrpSpPr>
          <p:cNvPr id="66" name="Google Shape;66;p14"/>
          <p:cNvGrpSpPr/>
          <p:nvPr/>
        </p:nvGrpSpPr>
        <p:grpSpPr>
          <a:xfrm>
            <a:off x="-2213535" y="-1281827"/>
            <a:ext cx="12853088" cy="7752953"/>
            <a:chOff x="-2213535" y="-1281827"/>
            <a:chExt cx="12853088" cy="7752953"/>
          </a:xfrm>
        </p:grpSpPr>
        <p:sp>
          <p:nvSpPr>
            <p:cNvPr id="67" name="Google Shape;67;p14"/>
            <p:cNvSpPr/>
            <p:nvPr/>
          </p:nvSpPr>
          <p:spPr>
            <a:xfrm rot="-6970800">
              <a:off x="-120600" y="-865440"/>
              <a:ext cx="1980000" cy="1689840"/>
            </a:xfrm>
            <a:custGeom>
              <a:rect b="b" l="l" r="r" t="t"/>
              <a:pathLst>
                <a:path extrusionOk="0" h="1263926" w="1480978">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4EB6FA">
                <a:alpha val="3764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 name="Google Shape;68;p14"/>
            <p:cNvSpPr/>
            <p:nvPr/>
          </p:nvSpPr>
          <p:spPr>
            <a:xfrm rot="7323000">
              <a:off x="7530840" y="3903840"/>
              <a:ext cx="3058200" cy="1661040"/>
            </a:xfrm>
            <a:custGeom>
              <a:rect b="b" l="l" r="r" t="t"/>
              <a:pathLst>
                <a:path extrusionOk="0" h="1249425" w="1602734">
                  <a:moveTo>
                    <a:pt x="839130" y="6411"/>
                  </a:moveTo>
                  <a:cubicBezTo>
                    <a:pt x="626223" y="-20549"/>
                    <a:pt x="400853" y="37769"/>
                    <a:pt x="237222" y="176639"/>
                  </a:cubicBezTo>
                  <a:cubicBezTo>
                    <a:pt x="73592" y="315510"/>
                    <a:pt x="-21622" y="535911"/>
                    <a:pt x="4197" y="748981"/>
                  </a:cubicBezTo>
                  <a:cubicBezTo>
                    <a:pt x="30016" y="962051"/>
                    <a:pt x="182489" y="1158343"/>
                    <a:pt x="387252" y="1222688"/>
                  </a:cubicBezTo>
                  <a:cubicBezTo>
                    <a:pt x="525226" y="1266019"/>
                    <a:pt x="675010" y="1250706"/>
                    <a:pt x="816162" y="1219023"/>
                  </a:cubicBezTo>
                  <a:cubicBezTo>
                    <a:pt x="957313" y="1187339"/>
                    <a:pt x="1095124" y="1139854"/>
                    <a:pt x="1238230" y="1119004"/>
                  </a:cubicBezTo>
                  <a:cubicBezTo>
                    <a:pt x="1299642" y="1110044"/>
                    <a:pt x="1362928" y="1105809"/>
                    <a:pt x="1419698" y="1080804"/>
                  </a:cubicBezTo>
                  <a:cubicBezTo>
                    <a:pt x="1515890" y="1038451"/>
                    <a:pt x="1579827" y="939572"/>
                    <a:pt x="1597175" y="835887"/>
                  </a:cubicBezTo>
                  <a:cubicBezTo>
                    <a:pt x="1614443" y="732284"/>
                    <a:pt x="1589845" y="625097"/>
                    <a:pt x="1546107" y="529558"/>
                  </a:cubicBezTo>
                  <a:cubicBezTo>
                    <a:pt x="1415707" y="244812"/>
                    <a:pt x="1152709" y="46077"/>
                    <a:pt x="839130" y="6411"/>
                  </a:cubicBezTo>
                  <a:close/>
                </a:path>
              </a:pathLst>
            </a:custGeom>
            <a:solidFill>
              <a:srgbClr val="B5B5B5">
                <a:alpha val="3372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 name="Google Shape;69;p14"/>
            <p:cNvSpPr/>
            <p:nvPr/>
          </p:nvSpPr>
          <p:spPr>
            <a:xfrm rot="-832200">
              <a:off x="6508800" y="4100400"/>
              <a:ext cx="3966840" cy="1850040"/>
            </a:xfrm>
            <a:custGeom>
              <a:rect b="b" l="l" r="r" t="t"/>
              <a:pathLst>
                <a:path extrusionOk="0" h="940" w="749">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 name="Google Shape;70;p14"/>
            <p:cNvSpPr/>
            <p:nvPr/>
          </p:nvSpPr>
          <p:spPr>
            <a:xfrm rot="-2192400">
              <a:off x="-1758600" y="-604800"/>
              <a:ext cx="3118680" cy="2557800"/>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71" name="Google Shape;71;p14"/>
          <p:cNvSpPr txBox="1"/>
          <p:nvPr>
            <p:ph type="title"/>
          </p:nvPr>
        </p:nvSpPr>
        <p:spPr>
          <a:xfrm>
            <a:off x="720000" y="444960"/>
            <a:ext cx="771048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2" name="Google Shape;72;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 name="Shape 74"/>
        <p:cNvGrpSpPr/>
        <p:nvPr/>
      </p:nvGrpSpPr>
      <p:grpSpPr>
        <a:xfrm>
          <a:off x="0" y="0"/>
          <a:ext cx="0" cy="0"/>
          <a:chOff x="0" y="0"/>
          <a:chExt cx="0" cy="0"/>
        </a:xfrm>
      </p:grpSpPr>
      <p:sp>
        <p:nvSpPr>
          <p:cNvPr id="75" name="Google Shape;75;p16"/>
          <p:cNvSpPr txBox="1"/>
          <p:nvPr>
            <p:ph type="title"/>
          </p:nvPr>
        </p:nvSpPr>
        <p:spPr>
          <a:xfrm>
            <a:off x="4645080" y="3025800"/>
            <a:ext cx="3785400" cy="122904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6" name="Google Shape;76;p16"/>
          <p:cNvSpPr txBox="1"/>
          <p:nvPr>
            <p:ph idx="2" type="title"/>
          </p:nvPr>
        </p:nvSpPr>
        <p:spPr>
          <a:xfrm>
            <a:off x="4645080" y="2373120"/>
            <a:ext cx="1621440" cy="652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77" name="Google Shape;77;p16"/>
          <p:cNvGrpSpPr/>
          <p:nvPr/>
        </p:nvGrpSpPr>
        <p:grpSpPr>
          <a:xfrm>
            <a:off x="-1507577" y="-2240037"/>
            <a:ext cx="12707649" cy="10474698"/>
            <a:chOff x="-1507577" y="-2240037"/>
            <a:chExt cx="12707649" cy="10474698"/>
          </a:xfrm>
        </p:grpSpPr>
        <p:sp>
          <p:nvSpPr>
            <p:cNvPr id="78" name="Google Shape;78;p16"/>
            <p:cNvSpPr/>
            <p:nvPr/>
          </p:nvSpPr>
          <p:spPr>
            <a:xfrm rot="953400">
              <a:off x="6283080" y="-1026720"/>
              <a:ext cx="4294440" cy="2322720"/>
            </a:xfrm>
            <a:custGeom>
              <a:rect b="b" l="l" r="r" t="t"/>
              <a:pathLst>
                <a:path extrusionOk="0" h="940" w="749">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rgbClr val="B5B5B5">
                <a:alpha val="3372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 name="Google Shape;79;p16"/>
            <p:cNvSpPr/>
            <p:nvPr/>
          </p:nvSpPr>
          <p:spPr>
            <a:xfrm flipH="1" rot="-615600">
              <a:off x="7799760" y="-1997640"/>
              <a:ext cx="3074760" cy="3931560"/>
            </a:xfrm>
            <a:custGeom>
              <a:rect b="b" l="l" r="r" t="t"/>
              <a:pathLst>
                <a:path extrusionOk="0" h="1039" w="813">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 name="Google Shape;80;p16"/>
            <p:cNvSpPr/>
            <p:nvPr/>
          </p:nvSpPr>
          <p:spPr>
            <a:xfrm flipH="1" rot="9311400">
              <a:off x="-824760" y="3840120"/>
              <a:ext cx="3074760" cy="3930840"/>
            </a:xfrm>
            <a:custGeom>
              <a:rect b="b" l="l" r="r" t="t"/>
              <a:pathLst>
                <a:path extrusionOk="0" h="1039" w="813">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7647"/>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81" name="Google Shape;81;p16"/>
          <p:cNvGrpSpPr/>
          <p:nvPr/>
        </p:nvGrpSpPr>
        <p:grpSpPr>
          <a:xfrm>
            <a:off x="1060200" y="653760"/>
            <a:ext cx="7558920" cy="3928680"/>
            <a:chOff x="1060200" y="653760"/>
            <a:chExt cx="7558920" cy="3928680"/>
          </a:xfrm>
        </p:grpSpPr>
        <p:grpSp>
          <p:nvGrpSpPr>
            <p:cNvPr id="82" name="Google Shape;82;p16"/>
            <p:cNvGrpSpPr/>
            <p:nvPr/>
          </p:nvGrpSpPr>
          <p:grpSpPr>
            <a:xfrm>
              <a:off x="6834960" y="653760"/>
              <a:ext cx="188280" cy="188640"/>
              <a:chOff x="6834960" y="653760"/>
              <a:chExt cx="188280" cy="188640"/>
            </a:xfrm>
          </p:grpSpPr>
          <p:sp>
            <p:nvSpPr>
              <p:cNvPr id="83" name="Google Shape;83;p16"/>
              <p:cNvSpPr/>
              <p:nvPr/>
            </p:nvSpPr>
            <p:spPr>
              <a:xfrm>
                <a:off x="6905160" y="7426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4" name="Google Shape;84;p16"/>
              <p:cNvSpPr/>
              <p:nvPr/>
            </p:nvSpPr>
            <p:spPr>
              <a:xfrm>
                <a:off x="6974280" y="7426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5" name="Google Shape;85;p16"/>
              <p:cNvSpPr/>
              <p:nvPr/>
            </p:nvSpPr>
            <p:spPr>
              <a:xfrm>
                <a:off x="6834960" y="74268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 name="Google Shape;86;p16"/>
              <p:cNvSpPr/>
              <p:nvPr/>
            </p:nvSpPr>
            <p:spPr>
              <a:xfrm>
                <a:off x="6922080" y="7250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 name="Google Shape;87;p16"/>
              <p:cNvSpPr/>
              <p:nvPr/>
            </p:nvSpPr>
            <p:spPr>
              <a:xfrm>
                <a:off x="6922080" y="79452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 name="Google Shape;88;p16"/>
              <p:cNvSpPr/>
              <p:nvPr/>
            </p:nvSpPr>
            <p:spPr>
              <a:xfrm>
                <a:off x="6922080" y="65376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89" name="Google Shape;89;p16"/>
            <p:cNvGrpSpPr/>
            <p:nvPr/>
          </p:nvGrpSpPr>
          <p:grpSpPr>
            <a:xfrm>
              <a:off x="2989440" y="4393800"/>
              <a:ext cx="188280" cy="188640"/>
              <a:chOff x="2989440" y="4393800"/>
              <a:chExt cx="188280" cy="188640"/>
            </a:xfrm>
          </p:grpSpPr>
          <p:sp>
            <p:nvSpPr>
              <p:cNvPr id="90" name="Google Shape;90;p16"/>
              <p:cNvSpPr/>
              <p:nvPr/>
            </p:nvSpPr>
            <p:spPr>
              <a:xfrm>
                <a:off x="3059640" y="44823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 name="Google Shape;91;p16"/>
              <p:cNvSpPr/>
              <p:nvPr/>
            </p:nvSpPr>
            <p:spPr>
              <a:xfrm>
                <a:off x="3128760" y="44823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 name="Google Shape;92;p16"/>
              <p:cNvSpPr/>
              <p:nvPr/>
            </p:nvSpPr>
            <p:spPr>
              <a:xfrm>
                <a:off x="2989440" y="448236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 name="Google Shape;93;p16"/>
              <p:cNvSpPr/>
              <p:nvPr/>
            </p:nvSpPr>
            <p:spPr>
              <a:xfrm>
                <a:off x="3076560" y="446508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4" name="Google Shape;94;p16"/>
              <p:cNvSpPr/>
              <p:nvPr/>
            </p:nvSpPr>
            <p:spPr>
              <a:xfrm>
                <a:off x="3076560" y="453456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5" name="Google Shape;95;p16"/>
              <p:cNvSpPr/>
              <p:nvPr/>
            </p:nvSpPr>
            <p:spPr>
              <a:xfrm>
                <a:off x="3076560" y="439380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96" name="Google Shape;96;p16"/>
            <p:cNvGrpSpPr/>
            <p:nvPr/>
          </p:nvGrpSpPr>
          <p:grpSpPr>
            <a:xfrm>
              <a:off x="1060200" y="4077720"/>
              <a:ext cx="326520" cy="327960"/>
              <a:chOff x="1060200" y="4077720"/>
              <a:chExt cx="326520" cy="327960"/>
            </a:xfrm>
          </p:grpSpPr>
          <p:sp>
            <p:nvSpPr>
              <p:cNvPr id="97" name="Google Shape;97;p16"/>
              <p:cNvSpPr/>
              <p:nvPr/>
            </p:nvSpPr>
            <p:spPr>
              <a:xfrm>
                <a:off x="1201320" y="42364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8" name="Google Shape;98;p16"/>
              <p:cNvSpPr/>
              <p:nvPr/>
            </p:nvSpPr>
            <p:spPr>
              <a:xfrm>
                <a:off x="1270080" y="423648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9" name="Google Shape;99;p16"/>
              <p:cNvSpPr/>
              <p:nvPr/>
            </p:nvSpPr>
            <p:spPr>
              <a:xfrm>
                <a:off x="1338840" y="4236480"/>
                <a:ext cx="4788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0" name="Google Shape;100;p16"/>
              <p:cNvSpPr/>
              <p:nvPr/>
            </p:nvSpPr>
            <p:spPr>
              <a:xfrm>
                <a:off x="1130760" y="4236480"/>
                <a:ext cx="4824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1" name="Google Shape;101;p16"/>
              <p:cNvSpPr/>
              <p:nvPr/>
            </p:nvSpPr>
            <p:spPr>
              <a:xfrm>
                <a:off x="1060200" y="42364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2" name="Google Shape;102;p16"/>
              <p:cNvSpPr/>
              <p:nvPr/>
            </p:nvSpPr>
            <p:spPr>
              <a:xfrm>
                <a:off x="1218600" y="421920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3" name="Google Shape;103;p16"/>
              <p:cNvSpPr/>
              <p:nvPr/>
            </p:nvSpPr>
            <p:spPr>
              <a:xfrm>
                <a:off x="1218600" y="4288680"/>
                <a:ext cx="1224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4" name="Google Shape;104;p16"/>
              <p:cNvSpPr/>
              <p:nvPr/>
            </p:nvSpPr>
            <p:spPr>
              <a:xfrm>
                <a:off x="1218600" y="435636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5" name="Google Shape;105;p16"/>
              <p:cNvSpPr/>
              <p:nvPr/>
            </p:nvSpPr>
            <p:spPr>
              <a:xfrm>
                <a:off x="1218600" y="41479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6" name="Google Shape;106;p16"/>
              <p:cNvSpPr/>
              <p:nvPr/>
            </p:nvSpPr>
            <p:spPr>
              <a:xfrm>
                <a:off x="1218600" y="40777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07" name="Google Shape;107;p16"/>
            <p:cNvGrpSpPr/>
            <p:nvPr/>
          </p:nvGrpSpPr>
          <p:grpSpPr>
            <a:xfrm>
              <a:off x="8430840" y="1758240"/>
              <a:ext cx="188280" cy="188640"/>
              <a:chOff x="8430840" y="1758240"/>
              <a:chExt cx="188280" cy="188640"/>
            </a:xfrm>
          </p:grpSpPr>
          <p:sp>
            <p:nvSpPr>
              <p:cNvPr id="108" name="Google Shape;108;p16"/>
              <p:cNvSpPr/>
              <p:nvPr/>
            </p:nvSpPr>
            <p:spPr>
              <a:xfrm>
                <a:off x="8501040" y="18468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9" name="Google Shape;109;p16"/>
              <p:cNvSpPr/>
              <p:nvPr/>
            </p:nvSpPr>
            <p:spPr>
              <a:xfrm>
                <a:off x="8570160" y="18468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0" name="Google Shape;110;p16"/>
              <p:cNvSpPr/>
              <p:nvPr/>
            </p:nvSpPr>
            <p:spPr>
              <a:xfrm>
                <a:off x="8430840" y="184680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1" name="Google Shape;111;p16"/>
              <p:cNvSpPr/>
              <p:nvPr/>
            </p:nvSpPr>
            <p:spPr>
              <a:xfrm>
                <a:off x="8517960" y="182952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2" name="Google Shape;112;p16"/>
              <p:cNvSpPr/>
              <p:nvPr/>
            </p:nvSpPr>
            <p:spPr>
              <a:xfrm>
                <a:off x="8517960" y="189900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13" name="Google Shape;113;p16"/>
              <p:cNvSpPr/>
              <p:nvPr/>
            </p:nvSpPr>
            <p:spPr>
              <a:xfrm>
                <a:off x="8517960" y="17582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sp>
        <p:nvSpPr>
          <p:cNvPr id="114" name="Google Shape;114;p1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 name="Shape 116"/>
        <p:cNvGrpSpPr/>
        <p:nvPr/>
      </p:nvGrpSpPr>
      <p:grpSpPr>
        <a:xfrm>
          <a:off x="0" y="0"/>
          <a:ext cx="0" cy="0"/>
          <a:chOff x="0" y="0"/>
          <a:chExt cx="0" cy="0"/>
        </a:xfrm>
      </p:grpSpPr>
      <p:sp>
        <p:nvSpPr>
          <p:cNvPr id="117" name="Google Shape;117;p18"/>
          <p:cNvSpPr txBox="1"/>
          <p:nvPr>
            <p:ph type="title"/>
          </p:nvPr>
        </p:nvSpPr>
        <p:spPr>
          <a:xfrm>
            <a:off x="1011960" y="1476360"/>
            <a:ext cx="3652920" cy="14605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8" name="Google Shape;118;p18"/>
          <p:cNvSpPr txBox="1"/>
          <p:nvPr>
            <p:ph idx="1" type="body"/>
          </p:nvPr>
        </p:nvSpPr>
        <p:spPr>
          <a:xfrm>
            <a:off x="4784040" y="1071360"/>
            <a:ext cx="3337200" cy="31291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grpSp>
        <p:nvGrpSpPr>
          <p:cNvPr id="119" name="Google Shape;119;p18"/>
          <p:cNvGrpSpPr/>
          <p:nvPr/>
        </p:nvGrpSpPr>
        <p:grpSpPr>
          <a:xfrm>
            <a:off x="1621440" y="444960"/>
            <a:ext cx="7142760" cy="4257720"/>
            <a:chOff x="1621440" y="444960"/>
            <a:chExt cx="7142760" cy="4257720"/>
          </a:xfrm>
        </p:grpSpPr>
        <p:grpSp>
          <p:nvGrpSpPr>
            <p:cNvPr id="120" name="Google Shape;120;p18"/>
            <p:cNvGrpSpPr/>
            <p:nvPr/>
          </p:nvGrpSpPr>
          <p:grpSpPr>
            <a:xfrm>
              <a:off x="1621440" y="444960"/>
              <a:ext cx="188280" cy="188640"/>
              <a:chOff x="1621440" y="444960"/>
              <a:chExt cx="188280" cy="188640"/>
            </a:xfrm>
          </p:grpSpPr>
          <p:sp>
            <p:nvSpPr>
              <p:cNvPr id="121" name="Google Shape;121;p18"/>
              <p:cNvSpPr/>
              <p:nvPr/>
            </p:nvSpPr>
            <p:spPr>
              <a:xfrm>
                <a:off x="1691640" y="5338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2" name="Google Shape;122;p18"/>
              <p:cNvSpPr/>
              <p:nvPr/>
            </p:nvSpPr>
            <p:spPr>
              <a:xfrm>
                <a:off x="1760760" y="5338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3" name="Google Shape;123;p18"/>
              <p:cNvSpPr/>
              <p:nvPr/>
            </p:nvSpPr>
            <p:spPr>
              <a:xfrm>
                <a:off x="1621440" y="53388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4" name="Google Shape;124;p18"/>
              <p:cNvSpPr/>
              <p:nvPr/>
            </p:nvSpPr>
            <p:spPr>
              <a:xfrm>
                <a:off x="1708560" y="5162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5" name="Google Shape;125;p18"/>
              <p:cNvSpPr/>
              <p:nvPr/>
            </p:nvSpPr>
            <p:spPr>
              <a:xfrm>
                <a:off x="1708560" y="58572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6" name="Google Shape;126;p18"/>
              <p:cNvSpPr/>
              <p:nvPr/>
            </p:nvSpPr>
            <p:spPr>
              <a:xfrm>
                <a:off x="1708560" y="44496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27" name="Google Shape;127;p18"/>
            <p:cNvGrpSpPr/>
            <p:nvPr/>
          </p:nvGrpSpPr>
          <p:grpSpPr>
            <a:xfrm>
              <a:off x="8575920" y="3596400"/>
              <a:ext cx="188280" cy="188640"/>
              <a:chOff x="8575920" y="3596400"/>
              <a:chExt cx="188280" cy="188640"/>
            </a:xfrm>
          </p:grpSpPr>
          <p:sp>
            <p:nvSpPr>
              <p:cNvPr id="128" name="Google Shape;128;p18"/>
              <p:cNvSpPr/>
              <p:nvPr/>
            </p:nvSpPr>
            <p:spPr>
              <a:xfrm>
                <a:off x="8646120" y="368532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9" name="Google Shape;129;p18"/>
              <p:cNvSpPr/>
              <p:nvPr/>
            </p:nvSpPr>
            <p:spPr>
              <a:xfrm>
                <a:off x="8715240" y="368532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0" name="Google Shape;130;p18"/>
              <p:cNvSpPr/>
              <p:nvPr/>
            </p:nvSpPr>
            <p:spPr>
              <a:xfrm>
                <a:off x="8575920" y="368532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1" name="Google Shape;131;p18"/>
              <p:cNvSpPr/>
              <p:nvPr/>
            </p:nvSpPr>
            <p:spPr>
              <a:xfrm>
                <a:off x="8663040" y="366768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2" name="Google Shape;132;p18"/>
              <p:cNvSpPr/>
              <p:nvPr/>
            </p:nvSpPr>
            <p:spPr>
              <a:xfrm>
                <a:off x="8663040" y="373716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3" name="Google Shape;133;p18"/>
              <p:cNvSpPr/>
              <p:nvPr/>
            </p:nvSpPr>
            <p:spPr>
              <a:xfrm>
                <a:off x="8663040" y="359640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34" name="Google Shape;134;p18"/>
            <p:cNvGrpSpPr/>
            <p:nvPr/>
          </p:nvGrpSpPr>
          <p:grpSpPr>
            <a:xfrm>
              <a:off x="8125560" y="4514040"/>
              <a:ext cx="187920" cy="188640"/>
              <a:chOff x="8125560" y="4514040"/>
              <a:chExt cx="187920" cy="188640"/>
            </a:xfrm>
          </p:grpSpPr>
          <p:sp>
            <p:nvSpPr>
              <p:cNvPr id="135" name="Google Shape;135;p18"/>
              <p:cNvSpPr/>
              <p:nvPr/>
            </p:nvSpPr>
            <p:spPr>
              <a:xfrm>
                <a:off x="8195760" y="46029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6" name="Google Shape;136;p18"/>
              <p:cNvSpPr/>
              <p:nvPr/>
            </p:nvSpPr>
            <p:spPr>
              <a:xfrm>
                <a:off x="8264520" y="46029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7" name="Google Shape;137;p18"/>
              <p:cNvSpPr/>
              <p:nvPr/>
            </p:nvSpPr>
            <p:spPr>
              <a:xfrm>
                <a:off x="8125560" y="460296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8" name="Google Shape;138;p18"/>
              <p:cNvSpPr/>
              <p:nvPr/>
            </p:nvSpPr>
            <p:spPr>
              <a:xfrm>
                <a:off x="8212680" y="458532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39" name="Google Shape;139;p18"/>
              <p:cNvSpPr/>
              <p:nvPr/>
            </p:nvSpPr>
            <p:spPr>
              <a:xfrm>
                <a:off x="8212680" y="465480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0" name="Google Shape;140;p18"/>
              <p:cNvSpPr/>
              <p:nvPr/>
            </p:nvSpPr>
            <p:spPr>
              <a:xfrm>
                <a:off x="8212680" y="45140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nvGrpSpPr>
          <p:cNvPr id="141" name="Google Shape;141;p18"/>
          <p:cNvGrpSpPr/>
          <p:nvPr/>
        </p:nvGrpSpPr>
        <p:grpSpPr>
          <a:xfrm>
            <a:off x="-1716573" y="-2044253"/>
            <a:ext cx="12417052" cy="8517628"/>
            <a:chOff x="-1716573" y="-2044253"/>
            <a:chExt cx="12417052" cy="8517628"/>
          </a:xfrm>
        </p:grpSpPr>
        <p:sp>
          <p:nvSpPr>
            <p:cNvPr id="142" name="Google Shape;142;p18"/>
            <p:cNvSpPr/>
            <p:nvPr/>
          </p:nvSpPr>
          <p:spPr>
            <a:xfrm rot="-340800">
              <a:off x="6875640" y="4133880"/>
              <a:ext cx="3727080" cy="2160360"/>
            </a:xfrm>
            <a:custGeom>
              <a:rect b="b" l="l" r="r" t="t"/>
              <a:pathLst>
                <a:path extrusionOk="0" h="572" w="53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4EB6FA">
                <a:alpha val="37647"/>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3" name="Google Shape;143;p18"/>
            <p:cNvSpPr/>
            <p:nvPr/>
          </p:nvSpPr>
          <p:spPr>
            <a:xfrm flipH="1" rot="5400000">
              <a:off x="8348040" y="3894840"/>
              <a:ext cx="2064600" cy="2639880"/>
            </a:xfrm>
            <a:custGeom>
              <a:rect b="b" l="l" r="r" t="t"/>
              <a:pathLst>
                <a:path extrusionOk="0" h="1039" w="813">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4" name="Google Shape;144;p18"/>
            <p:cNvSpPr/>
            <p:nvPr/>
          </p:nvSpPr>
          <p:spPr>
            <a:xfrm rot="-1512000">
              <a:off x="-221760" y="-1353600"/>
              <a:ext cx="3727080" cy="2160360"/>
            </a:xfrm>
            <a:custGeom>
              <a:rect b="b" l="l" r="r" t="t"/>
              <a:pathLst>
                <a:path extrusionOk="0" h="572" w="532">
                  <a:moveTo>
                    <a:pt x="354" y="3"/>
                  </a:moveTo>
                  <a:cubicBezTo>
                    <a:pt x="267" y="5"/>
                    <a:pt x="252" y="180"/>
                    <a:pt x="193" y="180"/>
                  </a:cubicBezTo>
                  <a:cubicBezTo>
                    <a:pt x="134" y="180"/>
                    <a:pt x="131" y="119"/>
                    <a:pt x="76" y="119"/>
                  </a:cubicBezTo>
                  <a:cubicBezTo>
                    <a:pt x="0" y="119"/>
                    <a:pt x="4" y="286"/>
                    <a:pt x="4" y="286"/>
                  </a:cubicBezTo>
                  <a:cubicBezTo>
                    <a:pt x="4" y="286"/>
                    <a:pt x="0" y="453"/>
                    <a:pt x="76" y="453"/>
                  </a:cubicBezTo>
                  <a:cubicBezTo>
                    <a:pt x="131" y="453"/>
                    <a:pt x="134" y="392"/>
                    <a:pt x="193" y="392"/>
                  </a:cubicBezTo>
                  <a:cubicBezTo>
                    <a:pt x="252" y="392"/>
                    <a:pt x="267" y="567"/>
                    <a:pt x="354" y="570"/>
                  </a:cubicBezTo>
                  <a:cubicBezTo>
                    <a:pt x="441" y="572"/>
                    <a:pt x="532" y="286"/>
                    <a:pt x="532" y="286"/>
                  </a:cubicBezTo>
                  <a:cubicBezTo>
                    <a:pt x="532" y="286"/>
                    <a:pt x="441" y="0"/>
                    <a:pt x="354" y="3"/>
                  </a:cubicBezTo>
                  <a:close/>
                </a:path>
              </a:pathLst>
            </a:custGeom>
            <a:solidFill>
              <a:srgbClr val="B5B5B5">
                <a:alpha val="3372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45" name="Google Shape;145;p18"/>
            <p:cNvSpPr/>
            <p:nvPr/>
          </p:nvSpPr>
          <p:spPr>
            <a:xfrm flipH="1" rot="-7022400">
              <a:off x="-1103760" y="-875160"/>
              <a:ext cx="2064600" cy="2640240"/>
            </a:xfrm>
            <a:custGeom>
              <a:rect b="b" l="l" r="r" t="t"/>
              <a:pathLst>
                <a:path extrusionOk="0" h="1039" w="813">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Tree>
  </p:cSld>
  <p:clrMap accent1="accent1" accent2="accent2" accent3="accent3" accent4="accent4" accent5="accent5" accent6="accent6" bg1="lt1" bg2="dk2" tx1="dk1" tx2="lt2" folHlink="folHlink" hlink="hlink"/>
  <p:sldLayoutIdLst>
    <p:sldLayoutId id="214748365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sp>
        <p:nvSpPr>
          <p:cNvPr id="148" name="Google Shape;148;p20"/>
          <p:cNvSpPr txBox="1"/>
          <p:nvPr>
            <p:ph type="title"/>
          </p:nvPr>
        </p:nvSpPr>
        <p:spPr>
          <a:xfrm>
            <a:off x="713160" y="1731600"/>
            <a:ext cx="4109760" cy="116100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49" name="Google Shape;149;p20"/>
          <p:cNvGrpSpPr/>
          <p:nvPr/>
        </p:nvGrpSpPr>
        <p:grpSpPr>
          <a:xfrm>
            <a:off x="-1978147" y="-1850703"/>
            <a:ext cx="5211527" cy="8915710"/>
            <a:chOff x="-1978147" y="-1850703"/>
            <a:chExt cx="5211527" cy="8915710"/>
          </a:xfrm>
        </p:grpSpPr>
        <p:sp>
          <p:nvSpPr>
            <p:cNvPr id="150" name="Google Shape;150;p20"/>
            <p:cNvSpPr/>
            <p:nvPr/>
          </p:nvSpPr>
          <p:spPr>
            <a:xfrm rot="2211600">
              <a:off x="-1287360" y="-1329480"/>
              <a:ext cx="2436480" cy="3115080"/>
            </a:xfrm>
            <a:custGeom>
              <a:rect b="b" l="l" r="r" t="t"/>
              <a:pathLst>
                <a:path extrusionOk="0" h="1039" w="813">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B5B5B5">
                <a:alpha val="3372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1" name="Google Shape;151;p20"/>
            <p:cNvSpPr/>
            <p:nvPr/>
          </p:nvSpPr>
          <p:spPr>
            <a:xfrm rot="-6229200">
              <a:off x="-862560" y="3952440"/>
              <a:ext cx="2436480" cy="3115080"/>
            </a:xfrm>
            <a:custGeom>
              <a:rect b="b" l="l" r="r" t="t"/>
              <a:pathLst>
                <a:path extrusionOk="0" h="1039" w="813">
                  <a:moveTo>
                    <a:pt x="348" y="1028"/>
                  </a:moveTo>
                  <a:cubicBezTo>
                    <a:pt x="288" y="1022"/>
                    <a:pt x="233" y="989"/>
                    <a:pt x="196" y="941"/>
                  </a:cubicBezTo>
                  <a:cubicBezTo>
                    <a:pt x="121" y="844"/>
                    <a:pt x="0" y="629"/>
                    <a:pt x="122" y="364"/>
                  </a:cubicBezTo>
                  <a:cubicBezTo>
                    <a:pt x="288" y="0"/>
                    <a:pt x="709" y="84"/>
                    <a:pt x="790" y="370"/>
                  </a:cubicBezTo>
                  <a:cubicBezTo>
                    <a:pt x="813" y="455"/>
                    <a:pt x="801" y="538"/>
                    <a:pt x="742" y="605"/>
                  </a:cubicBezTo>
                  <a:cubicBezTo>
                    <a:pt x="700" y="652"/>
                    <a:pt x="642" y="678"/>
                    <a:pt x="596" y="719"/>
                  </a:cubicBezTo>
                  <a:cubicBezTo>
                    <a:pt x="554" y="756"/>
                    <a:pt x="553" y="796"/>
                    <a:pt x="546" y="850"/>
                  </a:cubicBezTo>
                  <a:cubicBezTo>
                    <a:pt x="533" y="952"/>
                    <a:pt x="458" y="1039"/>
                    <a:pt x="348" y="1028"/>
                  </a:cubicBezTo>
                  <a:close/>
                </a:path>
              </a:pathLst>
            </a:custGeom>
            <a:solidFill>
              <a:srgbClr val="4EB6FA">
                <a:alpha val="37647"/>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2" name="Google Shape;152;p20"/>
            <p:cNvSpPr/>
            <p:nvPr/>
          </p:nvSpPr>
          <p:spPr>
            <a:xfrm rot="-1550400">
              <a:off x="-932040" y="-1059840"/>
              <a:ext cx="4006800" cy="1647000"/>
            </a:xfrm>
            <a:custGeom>
              <a:rect b="b" l="l" r="r" t="t"/>
              <a:pathLst>
                <a:path extrusionOk="0" h="940" w="749">
                  <a:moveTo>
                    <a:pt x="523" y="343"/>
                  </a:moveTo>
                  <a:cubicBezTo>
                    <a:pt x="445" y="317"/>
                    <a:pt x="491" y="0"/>
                    <a:pt x="364" y="0"/>
                  </a:cubicBezTo>
                  <a:cubicBezTo>
                    <a:pt x="237" y="0"/>
                    <a:pt x="251" y="362"/>
                    <a:pt x="212" y="363"/>
                  </a:cubicBezTo>
                  <a:cubicBezTo>
                    <a:pt x="173" y="365"/>
                    <a:pt x="159" y="210"/>
                    <a:pt x="104" y="217"/>
                  </a:cubicBezTo>
                  <a:cubicBezTo>
                    <a:pt x="48" y="224"/>
                    <a:pt x="0" y="470"/>
                    <a:pt x="0" y="470"/>
                  </a:cubicBezTo>
                  <a:cubicBezTo>
                    <a:pt x="0" y="470"/>
                    <a:pt x="0" y="470"/>
                    <a:pt x="0" y="470"/>
                  </a:cubicBezTo>
                  <a:cubicBezTo>
                    <a:pt x="0" y="470"/>
                    <a:pt x="48" y="716"/>
                    <a:pt x="104" y="723"/>
                  </a:cubicBezTo>
                  <a:cubicBezTo>
                    <a:pt x="159" y="730"/>
                    <a:pt x="173" y="574"/>
                    <a:pt x="212" y="576"/>
                  </a:cubicBezTo>
                  <a:cubicBezTo>
                    <a:pt x="251" y="578"/>
                    <a:pt x="237" y="939"/>
                    <a:pt x="364" y="939"/>
                  </a:cubicBezTo>
                  <a:cubicBezTo>
                    <a:pt x="491" y="940"/>
                    <a:pt x="445" y="623"/>
                    <a:pt x="523" y="596"/>
                  </a:cubicBezTo>
                  <a:cubicBezTo>
                    <a:pt x="601" y="570"/>
                    <a:pt x="749" y="636"/>
                    <a:pt x="749" y="470"/>
                  </a:cubicBezTo>
                  <a:cubicBezTo>
                    <a:pt x="749" y="304"/>
                    <a:pt x="601" y="370"/>
                    <a:pt x="523" y="343"/>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53" name="Google Shape;153;p20"/>
          <p:cNvGrpSpPr/>
          <p:nvPr/>
        </p:nvGrpSpPr>
        <p:grpSpPr>
          <a:xfrm>
            <a:off x="660240" y="285480"/>
            <a:ext cx="7933680" cy="4651200"/>
            <a:chOff x="660240" y="285480"/>
            <a:chExt cx="7933680" cy="4651200"/>
          </a:xfrm>
        </p:grpSpPr>
        <p:grpSp>
          <p:nvGrpSpPr>
            <p:cNvPr id="154" name="Google Shape;154;p20"/>
            <p:cNvGrpSpPr/>
            <p:nvPr/>
          </p:nvGrpSpPr>
          <p:grpSpPr>
            <a:xfrm>
              <a:off x="3138480" y="285480"/>
              <a:ext cx="188280" cy="188280"/>
              <a:chOff x="3138480" y="285480"/>
              <a:chExt cx="188280" cy="188280"/>
            </a:xfrm>
          </p:grpSpPr>
          <p:sp>
            <p:nvSpPr>
              <p:cNvPr id="155" name="Google Shape;155;p20"/>
              <p:cNvSpPr/>
              <p:nvPr/>
            </p:nvSpPr>
            <p:spPr>
              <a:xfrm>
                <a:off x="3209040" y="3740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6" name="Google Shape;156;p20"/>
              <p:cNvSpPr/>
              <p:nvPr/>
            </p:nvSpPr>
            <p:spPr>
              <a:xfrm>
                <a:off x="3277800" y="3740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7" name="Google Shape;157;p20"/>
              <p:cNvSpPr/>
              <p:nvPr/>
            </p:nvSpPr>
            <p:spPr>
              <a:xfrm>
                <a:off x="3138480" y="37404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8" name="Google Shape;158;p20"/>
              <p:cNvSpPr/>
              <p:nvPr/>
            </p:nvSpPr>
            <p:spPr>
              <a:xfrm>
                <a:off x="3225600" y="35676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9" name="Google Shape;159;p20"/>
              <p:cNvSpPr/>
              <p:nvPr/>
            </p:nvSpPr>
            <p:spPr>
              <a:xfrm>
                <a:off x="3225600" y="42588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0" name="Google Shape;160;p20"/>
              <p:cNvSpPr/>
              <p:nvPr/>
            </p:nvSpPr>
            <p:spPr>
              <a:xfrm>
                <a:off x="3225600" y="28548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61" name="Google Shape;161;p20"/>
            <p:cNvGrpSpPr/>
            <p:nvPr/>
          </p:nvGrpSpPr>
          <p:grpSpPr>
            <a:xfrm>
              <a:off x="660240" y="1573560"/>
              <a:ext cx="188280" cy="188640"/>
              <a:chOff x="660240" y="1573560"/>
              <a:chExt cx="188280" cy="188640"/>
            </a:xfrm>
          </p:grpSpPr>
          <p:sp>
            <p:nvSpPr>
              <p:cNvPr id="162" name="Google Shape;162;p20"/>
              <p:cNvSpPr/>
              <p:nvPr/>
            </p:nvSpPr>
            <p:spPr>
              <a:xfrm>
                <a:off x="730440" y="166212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3" name="Google Shape;163;p20"/>
              <p:cNvSpPr/>
              <p:nvPr/>
            </p:nvSpPr>
            <p:spPr>
              <a:xfrm>
                <a:off x="799560" y="166212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4" name="Google Shape;164;p20"/>
              <p:cNvSpPr/>
              <p:nvPr/>
            </p:nvSpPr>
            <p:spPr>
              <a:xfrm>
                <a:off x="660240" y="166212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5" name="Google Shape;165;p20"/>
              <p:cNvSpPr/>
              <p:nvPr/>
            </p:nvSpPr>
            <p:spPr>
              <a:xfrm>
                <a:off x="747360" y="16448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6" name="Google Shape;166;p20"/>
              <p:cNvSpPr/>
              <p:nvPr/>
            </p:nvSpPr>
            <p:spPr>
              <a:xfrm>
                <a:off x="747360" y="171432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7" name="Google Shape;167;p20"/>
              <p:cNvSpPr/>
              <p:nvPr/>
            </p:nvSpPr>
            <p:spPr>
              <a:xfrm>
                <a:off x="747360" y="157356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68" name="Google Shape;168;p20"/>
            <p:cNvGrpSpPr/>
            <p:nvPr/>
          </p:nvGrpSpPr>
          <p:grpSpPr>
            <a:xfrm>
              <a:off x="2454120" y="4514040"/>
              <a:ext cx="188280" cy="188640"/>
              <a:chOff x="2454120" y="4514040"/>
              <a:chExt cx="188280" cy="188640"/>
            </a:xfrm>
          </p:grpSpPr>
          <p:sp>
            <p:nvSpPr>
              <p:cNvPr id="169" name="Google Shape;169;p20"/>
              <p:cNvSpPr/>
              <p:nvPr/>
            </p:nvSpPr>
            <p:spPr>
              <a:xfrm>
                <a:off x="2524680" y="46029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0" name="Google Shape;170;p20"/>
              <p:cNvSpPr/>
              <p:nvPr/>
            </p:nvSpPr>
            <p:spPr>
              <a:xfrm>
                <a:off x="2593440" y="460296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1" name="Google Shape;171;p20"/>
              <p:cNvSpPr/>
              <p:nvPr/>
            </p:nvSpPr>
            <p:spPr>
              <a:xfrm>
                <a:off x="2454120" y="460296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2" name="Google Shape;172;p20"/>
              <p:cNvSpPr/>
              <p:nvPr/>
            </p:nvSpPr>
            <p:spPr>
              <a:xfrm>
                <a:off x="2541600" y="458532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3" name="Google Shape;173;p20"/>
              <p:cNvSpPr/>
              <p:nvPr/>
            </p:nvSpPr>
            <p:spPr>
              <a:xfrm>
                <a:off x="2541600" y="465480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4" name="Google Shape;174;p20"/>
              <p:cNvSpPr/>
              <p:nvPr/>
            </p:nvSpPr>
            <p:spPr>
              <a:xfrm>
                <a:off x="2541600" y="451404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75" name="Google Shape;175;p20"/>
            <p:cNvGrpSpPr/>
            <p:nvPr/>
          </p:nvGrpSpPr>
          <p:grpSpPr>
            <a:xfrm>
              <a:off x="8267400" y="4608720"/>
              <a:ext cx="326520" cy="327960"/>
              <a:chOff x="8267400" y="4608720"/>
              <a:chExt cx="326520" cy="327960"/>
            </a:xfrm>
          </p:grpSpPr>
          <p:sp>
            <p:nvSpPr>
              <p:cNvPr id="176" name="Google Shape;176;p20"/>
              <p:cNvSpPr/>
              <p:nvPr/>
            </p:nvSpPr>
            <p:spPr>
              <a:xfrm>
                <a:off x="8408520" y="47674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7" name="Google Shape;177;p20"/>
              <p:cNvSpPr/>
              <p:nvPr/>
            </p:nvSpPr>
            <p:spPr>
              <a:xfrm>
                <a:off x="8477280" y="476748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8" name="Google Shape;178;p20"/>
              <p:cNvSpPr/>
              <p:nvPr/>
            </p:nvSpPr>
            <p:spPr>
              <a:xfrm>
                <a:off x="8546040" y="4767480"/>
                <a:ext cx="4788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9" name="Google Shape;179;p20"/>
              <p:cNvSpPr/>
              <p:nvPr/>
            </p:nvSpPr>
            <p:spPr>
              <a:xfrm>
                <a:off x="8337960" y="4767480"/>
                <a:ext cx="4824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0" name="Google Shape;180;p20"/>
              <p:cNvSpPr/>
              <p:nvPr/>
            </p:nvSpPr>
            <p:spPr>
              <a:xfrm>
                <a:off x="8267400" y="476748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1" name="Google Shape;181;p20"/>
              <p:cNvSpPr/>
              <p:nvPr/>
            </p:nvSpPr>
            <p:spPr>
              <a:xfrm>
                <a:off x="8425800" y="475020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2" name="Google Shape;182;p20"/>
              <p:cNvSpPr/>
              <p:nvPr/>
            </p:nvSpPr>
            <p:spPr>
              <a:xfrm>
                <a:off x="8425800" y="4819680"/>
                <a:ext cx="1224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3" name="Google Shape;183;p20"/>
              <p:cNvSpPr/>
              <p:nvPr/>
            </p:nvSpPr>
            <p:spPr>
              <a:xfrm>
                <a:off x="8425800" y="488736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4" name="Google Shape;184;p20"/>
              <p:cNvSpPr/>
              <p:nvPr/>
            </p:nvSpPr>
            <p:spPr>
              <a:xfrm>
                <a:off x="8425800" y="46789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5" name="Google Shape;185;p20"/>
              <p:cNvSpPr/>
              <p:nvPr/>
            </p:nvSpPr>
            <p:spPr>
              <a:xfrm>
                <a:off x="8425800" y="46087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sp>
        <p:nvSpPr>
          <p:cNvPr id="186" name="Google Shape;186;p20"/>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
          <p:cNvSpPr txBox="1"/>
          <p:nvPr>
            <p:ph idx="1" type="subTitle"/>
          </p:nvPr>
        </p:nvSpPr>
        <p:spPr>
          <a:xfrm>
            <a:off x="714240" y="2705040"/>
            <a:ext cx="4142880" cy="466200"/>
          </a:xfrm>
          <a:prstGeom prst="rect">
            <a:avLst/>
          </a:prstGeom>
          <a:noFill/>
          <a:ln>
            <a:noFill/>
          </a:ln>
        </p:spPr>
        <p:txBody>
          <a:bodyPr anchorCtr="0" anchor="ctr" bIns="91425" lIns="91425" spcFirstLastPara="1" rIns="91425" wrap="square" tIns="91425">
            <a:normAutofit/>
          </a:bodyPr>
          <a:lstStyle/>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rgbClr val="000000"/>
              </a:solidFill>
              <a:latin typeface="Noto Sans Symbols"/>
              <a:ea typeface="Noto Sans Symbols"/>
              <a:cs typeface="Noto Sans Symbols"/>
              <a:sym typeface="Noto Sans Symbols"/>
            </a:endParaRPr>
          </a:p>
        </p:txBody>
      </p:sp>
      <p:sp>
        <p:nvSpPr>
          <p:cNvPr id="193" name="Google Shape;193;p1"/>
          <p:cNvSpPr txBox="1"/>
          <p:nvPr>
            <p:ph type="title"/>
          </p:nvPr>
        </p:nvSpPr>
        <p:spPr>
          <a:xfrm>
            <a:off x="714240" y="628560"/>
            <a:ext cx="4142880" cy="219024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3900"/>
              <a:buFont typeface="Plus Jakarta Sans ExtraBold"/>
              <a:buNone/>
            </a:pPr>
            <a:r>
              <a:rPr b="0" lang="en" sz="3900" strike="noStrike">
                <a:solidFill>
                  <a:schemeClr val="dk1"/>
                </a:solidFill>
                <a:latin typeface="Plus Jakarta Sans ExtraBold"/>
                <a:ea typeface="Plus Jakarta Sans ExtraBold"/>
                <a:cs typeface="Plus Jakarta Sans ExtraBold"/>
                <a:sym typeface="Plus Jakarta Sans ExtraBold"/>
              </a:rPr>
              <a:t>Diabetes Prediction Using Machine Learning</a:t>
            </a:r>
            <a:endParaRPr b="0" sz="3900" strike="noStrike">
              <a:solidFill>
                <a:schemeClr val="dk1"/>
              </a:solidFill>
              <a:latin typeface="Arial"/>
              <a:ea typeface="Arial"/>
              <a:cs typeface="Arial"/>
              <a:sym typeface="Arial"/>
            </a:endParaRPr>
          </a:p>
        </p:txBody>
      </p:sp>
      <p:grpSp>
        <p:nvGrpSpPr>
          <p:cNvPr id="194" name="Google Shape;194;p1"/>
          <p:cNvGrpSpPr/>
          <p:nvPr/>
        </p:nvGrpSpPr>
        <p:grpSpPr>
          <a:xfrm>
            <a:off x="3961800" y="957600"/>
            <a:ext cx="4816080" cy="3699000"/>
            <a:chOff x="3961800" y="957600"/>
            <a:chExt cx="4816080" cy="3699000"/>
          </a:xfrm>
        </p:grpSpPr>
        <p:grpSp>
          <p:nvGrpSpPr>
            <p:cNvPr id="195" name="Google Shape;195;p1"/>
            <p:cNvGrpSpPr/>
            <p:nvPr/>
          </p:nvGrpSpPr>
          <p:grpSpPr>
            <a:xfrm>
              <a:off x="5038200" y="1040040"/>
              <a:ext cx="3468600" cy="3616560"/>
              <a:chOff x="5038200" y="1040040"/>
              <a:chExt cx="3468600" cy="3616560"/>
            </a:xfrm>
          </p:grpSpPr>
          <p:sp>
            <p:nvSpPr>
              <p:cNvPr id="196" name="Google Shape;196;p1"/>
              <p:cNvSpPr/>
              <p:nvPr/>
            </p:nvSpPr>
            <p:spPr>
              <a:xfrm flipH="1">
                <a:off x="6487560" y="1040040"/>
                <a:ext cx="2019240" cy="3616560"/>
              </a:xfrm>
              <a:custGeom>
                <a:rect b="b" l="l" r="r" t="t"/>
                <a:pathLst>
                  <a:path extrusionOk="0" h="1040" w="636">
                    <a:moveTo>
                      <a:pt x="636" y="1040"/>
                    </a:moveTo>
                    <a:cubicBezTo>
                      <a:pt x="52" y="1040"/>
                      <a:pt x="52" y="1040"/>
                      <a:pt x="52" y="1040"/>
                    </a:cubicBezTo>
                    <a:cubicBezTo>
                      <a:pt x="23" y="1040"/>
                      <a:pt x="0" y="1017"/>
                      <a:pt x="0" y="988"/>
                    </a:cubicBezTo>
                    <a:cubicBezTo>
                      <a:pt x="0" y="319"/>
                      <a:pt x="0" y="319"/>
                      <a:pt x="0" y="319"/>
                    </a:cubicBezTo>
                    <a:cubicBezTo>
                      <a:pt x="0" y="143"/>
                      <a:pt x="142" y="0"/>
                      <a:pt x="318" y="0"/>
                    </a:cubicBezTo>
                    <a:cubicBezTo>
                      <a:pt x="318" y="0"/>
                      <a:pt x="318" y="0"/>
                      <a:pt x="318" y="0"/>
                    </a:cubicBezTo>
                    <a:cubicBezTo>
                      <a:pt x="494" y="0"/>
                      <a:pt x="636" y="143"/>
                      <a:pt x="636" y="319"/>
                    </a:cubicBezTo>
                    <a:lnTo>
                      <a:pt x="636" y="104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7" name="Google Shape;197;p1"/>
              <p:cNvSpPr/>
              <p:nvPr/>
            </p:nvSpPr>
            <p:spPr>
              <a:xfrm flipH="1">
                <a:off x="5038200" y="1418760"/>
                <a:ext cx="2024280" cy="3237480"/>
              </a:xfrm>
              <a:custGeom>
                <a:rect b="b" l="l" r="r" t="t"/>
                <a:pathLst>
                  <a:path extrusionOk="0" h="931" w="637">
                    <a:moveTo>
                      <a:pt x="584" y="931"/>
                    </a:moveTo>
                    <a:cubicBezTo>
                      <a:pt x="0" y="931"/>
                      <a:pt x="0" y="931"/>
                      <a:pt x="0" y="931"/>
                    </a:cubicBezTo>
                    <a:cubicBezTo>
                      <a:pt x="0" y="319"/>
                      <a:pt x="0" y="319"/>
                      <a:pt x="0" y="319"/>
                    </a:cubicBezTo>
                    <a:cubicBezTo>
                      <a:pt x="0" y="143"/>
                      <a:pt x="142" y="0"/>
                      <a:pt x="318" y="0"/>
                    </a:cubicBezTo>
                    <a:cubicBezTo>
                      <a:pt x="318" y="0"/>
                      <a:pt x="318" y="0"/>
                      <a:pt x="318" y="0"/>
                    </a:cubicBezTo>
                    <a:cubicBezTo>
                      <a:pt x="494" y="0"/>
                      <a:pt x="637" y="143"/>
                      <a:pt x="637" y="319"/>
                    </a:cubicBezTo>
                    <a:cubicBezTo>
                      <a:pt x="637" y="879"/>
                      <a:pt x="637" y="879"/>
                      <a:pt x="637" y="879"/>
                    </a:cubicBezTo>
                    <a:cubicBezTo>
                      <a:pt x="637" y="907"/>
                      <a:pt x="613" y="931"/>
                      <a:pt x="584" y="93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198" name="Google Shape;198;p1"/>
            <p:cNvGrpSpPr/>
            <p:nvPr/>
          </p:nvGrpSpPr>
          <p:grpSpPr>
            <a:xfrm>
              <a:off x="5154120" y="2059200"/>
              <a:ext cx="2328120" cy="1770120"/>
              <a:chOff x="5154120" y="2059200"/>
              <a:chExt cx="2328120" cy="1770120"/>
            </a:xfrm>
          </p:grpSpPr>
          <p:sp>
            <p:nvSpPr>
              <p:cNvPr id="199" name="Google Shape;199;p1"/>
              <p:cNvSpPr/>
              <p:nvPr/>
            </p:nvSpPr>
            <p:spPr>
              <a:xfrm>
                <a:off x="5154120" y="2059200"/>
                <a:ext cx="2328120" cy="177012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0" name="Google Shape;200;p1"/>
              <p:cNvSpPr/>
              <p:nvPr/>
            </p:nvSpPr>
            <p:spPr>
              <a:xfrm>
                <a:off x="5774400" y="2716920"/>
                <a:ext cx="639360" cy="640800"/>
              </a:xfrm>
              <a:custGeom>
                <a:rect b="b" l="l" r="r" t="t"/>
                <a:pathLst>
                  <a:path extrusionOk="0" h="494" w="493">
                    <a:moveTo>
                      <a:pt x="493" y="432"/>
                    </a:moveTo>
                    <a:lnTo>
                      <a:pt x="431" y="494"/>
                    </a:lnTo>
                    <a:lnTo>
                      <a:pt x="0" y="60"/>
                    </a:lnTo>
                    <a:lnTo>
                      <a:pt x="60" y="0"/>
                    </a:lnTo>
                    <a:lnTo>
                      <a:pt x="493" y="4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1" name="Google Shape;201;p1"/>
              <p:cNvSpPr/>
              <p:nvPr/>
            </p:nvSpPr>
            <p:spPr>
              <a:xfrm>
                <a:off x="5889960" y="2601720"/>
                <a:ext cx="636840" cy="639360"/>
              </a:xfrm>
              <a:custGeom>
                <a:rect b="b" l="l" r="r" t="t"/>
                <a:pathLst>
                  <a:path extrusionOk="0" h="493" w="491">
                    <a:moveTo>
                      <a:pt x="491" y="431"/>
                    </a:moveTo>
                    <a:lnTo>
                      <a:pt x="431" y="493"/>
                    </a:lnTo>
                    <a:lnTo>
                      <a:pt x="0" y="62"/>
                    </a:lnTo>
                    <a:lnTo>
                      <a:pt x="61" y="0"/>
                    </a:lnTo>
                    <a:lnTo>
                      <a:pt x="491" y="431"/>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2" name="Google Shape;202;p1"/>
              <p:cNvSpPr/>
              <p:nvPr/>
            </p:nvSpPr>
            <p:spPr>
              <a:xfrm>
                <a:off x="6004080" y="2484720"/>
                <a:ext cx="638280" cy="640800"/>
              </a:xfrm>
              <a:custGeom>
                <a:rect b="b" l="l" r="r" t="t"/>
                <a:pathLst>
                  <a:path extrusionOk="0" h="494" w="492">
                    <a:moveTo>
                      <a:pt x="492" y="432"/>
                    </a:moveTo>
                    <a:lnTo>
                      <a:pt x="432" y="494"/>
                    </a:lnTo>
                    <a:lnTo>
                      <a:pt x="0" y="63"/>
                    </a:lnTo>
                    <a:lnTo>
                      <a:pt x="62" y="0"/>
                    </a:lnTo>
                    <a:lnTo>
                      <a:pt x="492" y="432"/>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3" name="Google Shape;203;p1"/>
              <p:cNvSpPr/>
              <p:nvPr/>
            </p:nvSpPr>
            <p:spPr>
              <a:xfrm>
                <a:off x="6119640" y="2369160"/>
                <a:ext cx="638280" cy="640800"/>
              </a:xfrm>
              <a:custGeom>
                <a:rect b="b" l="l" r="r" t="t"/>
                <a:pathLst>
                  <a:path extrusionOk="0" h="494" w="492">
                    <a:moveTo>
                      <a:pt x="492" y="433"/>
                    </a:moveTo>
                    <a:lnTo>
                      <a:pt x="432" y="494"/>
                    </a:lnTo>
                    <a:lnTo>
                      <a:pt x="0" y="62"/>
                    </a:lnTo>
                    <a:lnTo>
                      <a:pt x="62" y="0"/>
                    </a:lnTo>
                    <a:lnTo>
                      <a:pt x="492" y="43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4" name="Google Shape;204;p1"/>
              <p:cNvSpPr/>
              <p:nvPr/>
            </p:nvSpPr>
            <p:spPr>
              <a:xfrm>
                <a:off x="5154120" y="2059200"/>
                <a:ext cx="2328120" cy="15408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5" name="Google Shape;205;p1"/>
              <p:cNvSpPr/>
              <p:nvPr/>
            </p:nvSpPr>
            <p:spPr>
              <a:xfrm>
                <a:off x="5243400" y="2112120"/>
                <a:ext cx="47520" cy="47520"/>
              </a:xfrm>
              <a:custGeom>
                <a:rect b="b" l="l" r="r" t="t"/>
                <a:pathLst>
                  <a:path extrusionOk="0" h="19" w="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5" y="0"/>
                      <a:pt x="9" y="0"/>
                    </a:cubicBezTo>
                    <a:cubicBezTo>
                      <a:pt x="4" y="0"/>
                      <a:pt x="0" y="4"/>
                      <a:pt x="0" y="10"/>
                    </a:cubicBezTo>
                    <a:cubicBezTo>
                      <a:pt x="0" y="15"/>
                      <a:pt x="4" y="19"/>
                      <a:pt x="9" y="19"/>
                    </a:cubicBezTo>
                    <a:cubicBezTo>
                      <a:pt x="15" y="19"/>
                      <a:pt x="19" y="15"/>
                      <a:pt x="19" y="10"/>
                    </a:cubicBezTo>
                    <a:lnTo>
                      <a:pt x="17" y="10"/>
                    </a:lnTo>
                    <a:close/>
                  </a:path>
                </a:pathLst>
              </a:custGeom>
              <a:solidFill>
                <a:schemeClr val="dk1"/>
              </a:solidFill>
              <a:ln>
                <a:noFill/>
              </a:ln>
            </p:spPr>
            <p:txBody>
              <a:bodyPr anchorCtr="0" anchor="t" bIns="23750" lIns="91425" spcFirstLastPara="1" rIns="91425" wrap="square" tIns="23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6" name="Google Shape;206;p1"/>
              <p:cNvSpPr/>
              <p:nvPr/>
            </p:nvSpPr>
            <p:spPr>
              <a:xfrm>
                <a:off x="5347440" y="2112120"/>
                <a:ext cx="47520" cy="47520"/>
              </a:xfrm>
              <a:custGeom>
                <a:rect b="b" l="l" r="r" t="t"/>
                <a:pathLst>
                  <a:path extrusionOk="0" h="19" w="19">
                    <a:moveTo>
                      <a:pt x="17" y="10"/>
                    </a:moveTo>
                    <a:cubicBezTo>
                      <a:pt x="15" y="10"/>
                      <a:pt x="15" y="10"/>
                      <a:pt x="15" y="10"/>
                    </a:cubicBezTo>
                    <a:cubicBezTo>
                      <a:pt x="15" y="13"/>
                      <a:pt x="13" y="15"/>
                      <a:pt x="10" y="15"/>
                    </a:cubicBezTo>
                    <a:cubicBezTo>
                      <a:pt x="7" y="15"/>
                      <a:pt x="4" y="13"/>
                      <a:pt x="4" y="10"/>
                    </a:cubicBezTo>
                    <a:cubicBezTo>
                      <a:pt x="4" y="7"/>
                      <a:pt x="7" y="4"/>
                      <a:pt x="10" y="4"/>
                    </a:cubicBezTo>
                    <a:cubicBezTo>
                      <a:pt x="13" y="4"/>
                      <a:pt x="15" y="7"/>
                      <a:pt x="15" y="10"/>
                    </a:cubicBezTo>
                    <a:cubicBezTo>
                      <a:pt x="17" y="10"/>
                      <a:pt x="17" y="10"/>
                      <a:pt x="17" y="10"/>
                    </a:cubicBezTo>
                    <a:cubicBezTo>
                      <a:pt x="19" y="10"/>
                      <a:pt x="19" y="10"/>
                      <a:pt x="19" y="10"/>
                    </a:cubicBezTo>
                    <a:cubicBezTo>
                      <a:pt x="19" y="4"/>
                      <a:pt x="15" y="0"/>
                      <a:pt x="10" y="0"/>
                    </a:cubicBezTo>
                    <a:cubicBezTo>
                      <a:pt x="5" y="0"/>
                      <a:pt x="0" y="4"/>
                      <a:pt x="0" y="10"/>
                    </a:cubicBezTo>
                    <a:cubicBezTo>
                      <a:pt x="0" y="15"/>
                      <a:pt x="5" y="19"/>
                      <a:pt x="10" y="19"/>
                    </a:cubicBezTo>
                    <a:cubicBezTo>
                      <a:pt x="15" y="19"/>
                      <a:pt x="19" y="15"/>
                      <a:pt x="19" y="10"/>
                    </a:cubicBezTo>
                    <a:lnTo>
                      <a:pt x="17" y="10"/>
                    </a:lnTo>
                    <a:close/>
                  </a:path>
                </a:pathLst>
              </a:custGeom>
              <a:solidFill>
                <a:schemeClr val="dk1"/>
              </a:solidFill>
              <a:ln>
                <a:noFill/>
              </a:ln>
            </p:spPr>
            <p:txBody>
              <a:bodyPr anchorCtr="0" anchor="t" bIns="23750" lIns="91425" spcFirstLastPara="1" rIns="91425" wrap="square" tIns="23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7" name="Google Shape;207;p1"/>
              <p:cNvSpPr/>
              <p:nvPr/>
            </p:nvSpPr>
            <p:spPr>
              <a:xfrm>
                <a:off x="5452560" y="2112120"/>
                <a:ext cx="47520" cy="47520"/>
              </a:xfrm>
              <a:custGeom>
                <a:rect b="b" l="l" r="r" t="t"/>
                <a:pathLst>
                  <a:path extrusionOk="0" h="19" w="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4" y="0"/>
                      <a:pt x="9" y="0"/>
                    </a:cubicBezTo>
                    <a:cubicBezTo>
                      <a:pt x="4" y="0"/>
                      <a:pt x="0" y="4"/>
                      <a:pt x="0" y="10"/>
                    </a:cubicBezTo>
                    <a:cubicBezTo>
                      <a:pt x="0" y="15"/>
                      <a:pt x="4" y="19"/>
                      <a:pt x="9" y="19"/>
                    </a:cubicBezTo>
                    <a:cubicBezTo>
                      <a:pt x="14" y="19"/>
                      <a:pt x="19" y="15"/>
                      <a:pt x="19" y="10"/>
                    </a:cubicBezTo>
                    <a:lnTo>
                      <a:pt x="17" y="10"/>
                    </a:lnTo>
                    <a:close/>
                  </a:path>
                </a:pathLst>
              </a:custGeom>
              <a:solidFill>
                <a:schemeClr val="dk1"/>
              </a:solidFill>
              <a:ln>
                <a:noFill/>
              </a:ln>
            </p:spPr>
            <p:txBody>
              <a:bodyPr anchorCtr="0" anchor="t" bIns="23750" lIns="91425" spcFirstLastPara="1" rIns="91425" wrap="square" tIns="23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8" name="Google Shape;208;p1"/>
              <p:cNvSpPr/>
              <p:nvPr/>
            </p:nvSpPr>
            <p:spPr>
              <a:xfrm>
                <a:off x="5644440" y="2120040"/>
                <a:ext cx="324000" cy="32040"/>
              </a:xfrm>
              <a:custGeom>
                <a:rect b="b" l="l" r="r" t="t"/>
                <a:pathLst>
                  <a:path extrusionOk="0" h="13" w="129">
                    <a:moveTo>
                      <a:pt x="123" y="13"/>
                    </a:moveTo>
                    <a:cubicBezTo>
                      <a:pt x="6" y="13"/>
                      <a:pt x="6" y="13"/>
                      <a:pt x="6" y="13"/>
                    </a:cubicBezTo>
                    <a:cubicBezTo>
                      <a:pt x="2" y="13"/>
                      <a:pt x="0" y="10"/>
                      <a:pt x="0" y="7"/>
                    </a:cubicBezTo>
                    <a:cubicBezTo>
                      <a:pt x="0" y="3"/>
                      <a:pt x="2" y="0"/>
                      <a:pt x="6" y="0"/>
                    </a:cubicBezTo>
                    <a:cubicBezTo>
                      <a:pt x="123" y="0"/>
                      <a:pt x="123" y="0"/>
                      <a:pt x="123" y="0"/>
                    </a:cubicBezTo>
                    <a:cubicBezTo>
                      <a:pt x="126" y="0"/>
                      <a:pt x="129" y="3"/>
                      <a:pt x="129" y="7"/>
                    </a:cubicBezTo>
                    <a:cubicBezTo>
                      <a:pt x="129" y="10"/>
                      <a:pt x="126" y="13"/>
                      <a:pt x="123" y="13"/>
                    </a:cubicBezTo>
                    <a:close/>
                  </a:path>
                </a:pathLst>
              </a:custGeom>
              <a:solidFill>
                <a:schemeClr val="lt1"/>
              </a:solidFill>
              <a:ln>
                <a:noFill/>
              </a:ln>
            </p:spPr>
            <p:txBody>
              <a:bodyPr anchorCtr="0" anchor="t" bIns="16200" lIns="91425" spcFirstLastPara="1" rIns="91425" wrap="square" tIns="162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9" name="Google Shape;209;p1"/>
              <p:cNvSpPr/>
              <p:nvPr/>
            </p:nvSpPr>
            <p:spPr>
              <a:xfrm>
                <a:off x="6058800" y="2120040"/>
                <a:ext cx="326880" cy="32040"/>
              </a:xfrm>
              <a:custGeom>
                <a:rect b="b" l="l" r="r" t="t"/>
                <a:pathLst>
                  <a:path extrusionOk="0" h="13" w="130">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a:noFill/>
              </a:ln>
            </p:spPr>
            <p:txBody>
              <a:bodyPr anchorCtr="0" anchor="t" bIns="16200" lIns="91425" spcFirstLastPara="1" rIns="91425" wrap="square" tIns="162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0" name="Google Shape;210;p1"/>
              <p:cNvSpPr/>
              <p:nvPr/>
            </p:nvSpPr>
            <p:spPr>
              <a:xfrm>
                <a:off x="6476760" y="2120040"/>
                <a:ext cx="326880" cy="32040"/>
              </a:xfrm>
              <a:custGeom>
                <a:rect b="b" l="l" r="r" t="t"/>
                <a:pathLst>
                  <a:path extrusionOk="0" h="13" w="130">
                    <a:moveTo>
                      <a:pt x="123" y="13"/>
                    </a:moveTo>
                    <a:cubicBezTo>
                      <a:pt x="6" y="13"/>
                      <a:pt x="6" y="13"/>
                      <a:pt x="6" y="13"/>
                    </a:cubicBezTo>
                    <a:cubicBezTo>
                      <a:pt x="3" y="13"/>
                      <a:pt x="0" y="10"/>
                      <a:pt x="0" y="7"/>
                    </a:cubicBezTo>
                    <a:cubicBezTo>
                      <a:pt x="0" y="3"/>
                      <a:pt x="3" y="0"/>
                      <a:pt x="6" y="0"/>
                    </a:cubicBezTo>
                    <a:cubicBezTo>
                      <a:pt x="123" y="0"/>
                      <a:pt x="123" y="0"/>
                      <a:pt x="123" y="0"/>
                    </a:cubicBezTo>
                    <a:cubicBezTo>
                      <a:pt x="127" y="0"/>
                      <a:pt x="130" y="3"/>
                      <a:pt x="130" y="7"/>
                    </a:cubicBezTo>
                    <a:cubicBezTo>
                      <a:pt x="130" y="10"/>
                      <a:pt x="127" y="13"/>
                      <a:pt x="123" y="13"/>
                    </a:cubicBezTo>
                    <a:close/>
                  </a:path>
                </a:pathLst>
              </a:custGeom>
              <a:solidFill>
                <a:schemeClr val="lt1"/>
              </a:solidFill>
              <a:ln>
                <a:noFill/>
              </a:ln>
            </p:spPr>
            <p:txBody>
              <a:bodyPr anchorCtr="0" anchor="t" bIns="16200" lIns="91425" spcFirstLastPara="1" rIns="91425" wrap="square" tIns="162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1" name="Google Shape;211;p1"/>
              <p:cNvSpPr/>
              <p:nvPr/>
            </p:nvSpPr>
            <p:spPr>
              <a:xfrm>
                <a:off x="6891840" y="2120040"/>
                <a:ext cx="326880" cy="32040"/>
              </a:xfrm>
              <a:custGeom>
                <a:rect b="b" l="l" r="r" t="t"/>
                <a:pathLst>
                  <a:path extrusionOk="0" h="13" w="130">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a:noFill/>
              </a:ln>
            </p:spPr>
            <p:txBody>
              <a:bodyPr anchorCtr="0" anchor="t" bIns="16200" lIns="91425" spcFirstLastPara="1" rIns="91425" wrap="square" tIns="162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2" name="Google Shape;212;p1"/>
              <p:cNvSpPr/>
              <p:nvPr/>
            </p:nvSpPr>
            <p:spPr>
              <a:xfrm>
                <a:off x="5259240" y="2318760"/>
                <a:ext cx="265680" cy="66024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3" name="Google Shape;213;p1"/>
              <p:cNvSpPr/>
              <p:nvPr/>
            </p:nvSpPr>
            <p:spPr>
              <a:xfrm>
                <a:off x="5309640" y="2374560"/>
                <a:ext cx="59400" cy="60840"/>
              </a:xfrm>
              <a:prstGeom prst="rect">
                <a:avLst/>
              </a:prstGeom>
              <a:solidFill>
                <a:schemeClr val="dk1"/>
              </a:solidFill>
              <a:ln>
                <a:noFill/>
              </a:ln>
            </p:spPr>
            <p:txBody>
              <a:bodyPr anchorCtr="0" anchor="t" bIns="30600" lIns="91425" spcFirstLastPara="1" rIns="91425" wrap="square" tIns="30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4" name="Google Shape;214;p1"/>
              <p:cNvSpPr/>
              <p:nvPr/>
            </p:nvSpPr>
            <p:spPr>
              <a:xfrm>
                <a:off x="5414760" y="2374560"/>
                <a:ext cx="60840" cy="60840"/>
              </a:xfrm>
              <a:prstGeom prst="rect">
                <a:avLst/>
              </a:prstGeom>
              <a:solidFill>
                <a:schemeClr val="dk2"/>
              </a:solidFill>
              <a:ln>
                <a:noFill/>
              </a:ln>
            </p:spPr>
            <p:txBody>
              <a:bodyPr anchorCtr="0" anchor="t" bIns="30600" lIns="91425" spcFirstLastPara="1" rIns="91425" wrap="square" tIns="30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5" name="Google Shape;215;p1"/>
              <p:cNvSpPr/>
              <p:nvPr/>
            </p:nvSpPr>
            <p:spPr>
              <a:xfrm>
                <a:off x="5309640" y="2497680"/>
                <a:ext cx="59400" cy="60840"/>
              </a:xfrm>
              <a:prstGeom prst="rect">
                <a:avLst/>
              </a:prstGeom>
              <a:solidFill>
                <a:schemeClr val="dk1"/>
              </a:solidFill>
              <a:ln>
                <a:noFill/>
              </a:ln>
            </p:spPr>
            <p:txBody>
              <a:bodyPr anchorCtr="0" anchor="t" bIns="30600" lIns="91425" spcFirstLastPara="1" rIns="91425" wrap="square" tIns="30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6" name="Google Shape;216;p1"/>
              <p:cNvSpPr/>
              <p:nvPr/>
            </p:nvSpPr>
            <p:spPr>
              <a:xfrm>
                <a:off x="5414760" y="2497680"/>
                <a:ext cx="60840" cy="60840"/>
              </a:xfrm>
              <a:prstGeom prst="rect">
                <a:avLst/>
              </a:prstGeom>
              <a:solidFill>
                <a:schemeClr val="lt2"/>
              </a:solidFill>
              <a:ln>
                <a:noFill/>
              </a:ln>
            </p:spPr>
            <p:txBody>
              <a:bodyPr anchorCtr="0" anchor="t" bIns="30600" lIns="91425" spcFirstLastPara="1" rIns="91425" wrap="square" tIns="306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7" name="Google Shape;217;p1"/>
              <p:cNvSpPr/>
              <p:nvPr/>
            </p:nvSpPr>
            <p:spPr>
              <a:xfrm>
                <a:off x="5309640" y="2618280"/>
                <a:ext cx="59400" cy="63360"/>
              </a:xfrm>
              <a:prstGeom prst="rect">
                <a:avLst/>
              </a:prstGeom>
              <a:solidFill>
                <a:schemeClr val="accent2"/>
              </a:solidFill>
              <a:ln>
                <a:noFill/>
              </a:ln>
            </p:spPr>
            <p:txBody>
              <a:bodyPr anchorCtr="0" anchor="t" bIns="31675" lIns="91425" spcFirstLastPara="1" rIns="91425" wrap="square" tIns="31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8" name="Google Shape;218;p1"/>
              <p:cNvSpPr/>
              <p:nvPr/>
            </p:nvSpPr>
            <p:spPr>
              <a:xfrm>
                <a:off x="5414760" y="2618280"/>
                <a:ext cx="60840" cy="63360"/>
              </a:xfrm>
              <a:prstGeom prst="rect">
                <a:avLst/>
              </a:prstGeom>
              <a:solidFill>
                <a:schemeClr val="accent1"/>
              </a:solidFill>
              <a:ln>
                <a:noFill/>
              </a:ln>
            </p:spPr>
            <p:txBody>
              <a:bodyPr anchorCtr="0" anchor="t" bIns="31675" lIns="91425" spcFirstLastPara="1" rIns="91425" wrap="square" tIns="31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9" name="Google Shape;219;p1"/>
              <p:cNvSpPr/>
              <p:nvPr/>
            </p:nvSpPr>
            <p:spPr>
              <a:xfrm>
                <a:off x="5309640" y="2743200"/>
                <a:ext cx="59400" cy="59400"/>
              </a:xfrm>
              <a:prstGeom prst="rect">
                <a:avLst/>
              </a:prstGeom>
              <a:solidFill>
                <a:schemeClr val="accent3"/>
              </a:solidFill>
              <a:ln>
                <a:noFill/>
              </a:ln>
            </p:spPr>
            <p:txBody>
              <a:bodyPr anchorCtr="0" anchor="t" bIns="29875" lIns="91425" spcFirstLastPara="1" rIns="91425" wrap="square" tIns="298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0" name="Google Shape;220;p1"/>
              <p:cNvSpPr/>
              <p:nvPr/>
            </p:nvSpPr>
            <p:spPr>
              <a:xfrm>
                <a:off x="5414760" y="2743200"/>
                <a:ext cx="60840" cy="59400"/>
              </a:xfrm>
              <a:prstGeom prst="rect">
                <a:avLst/>
              </a:prstGeom>
              <a:solidFill>
                <a:schemeClr val="dk1"/>
              </a:solidFill>
              <a:ln>
                <a:noFill/>
              </a:ln>
            </p:spPr>
            <p:txBody>
              <a:bodyPr anchorCtr="0" anchor="t" bIns="29875" lIns="91425" spcFirstLastPara="1" rIns="91425" wrap="square" tIns="298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1" name="Google Shape;221;p1"/>
              <p:cNvSpPr/>
              <p:nvPr/>
            </p:nvSpPr>
            <p:spPr>
              <a:xfrm>
                <a:off x="5855040" y="2467800"/>
                <a:ext cx="1174320" cy="1048320"/>
              </a:xfrm>
              <a:custGeom>
                <a:rect b="b" l="l" r="r" t="t"/>
                <a:pathLst>
                  <a:path extrusionOk="0" h="416" w="467">
                    <a:moveTo>
                      <a:pt x="355" y="0"/>
                    </a:moveTo>
                    <a:cubicBezTo>
                      <a:pt x="420" y="0"/>
                      <a:pt x="467" y="134"/>
                      <a:pt x="390" y="259"/>
                    </a:cubicBezTo>
                    <a:cubicBezTo>
                      <a:pt x="361" y="305"/>
                      <a:pt x="312" y="359"/>
                      <a:pt x="239" y="376"/>
                    </a:cubicBezTo>
                    <a:cubicBezTo>
                      <a:pt x="68" y="416"/>
                      <a:pt x="0" y="258"/>
                      <a:pt x="119" y="187"/>
                    </a:cubicBezTo>
                    <a:cubicBezTo>
                      <a:pt x="152" y="167"/>
                      <a:pt x="199" y="148"/>
                      <a:pt x="234" y="118"/>
                    </a:cubicBezTo>
                    <a:cubicBezTo>
                      <a:pt x="285" y="74"/>
                      <a:pt x="304" y="0"/>
                      <a:pt x="35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2" name="Google Shape;222;p1"/>
              <p:cNvSpPr/>
              <p:nvPr/>
            </p:nvSpPr>
            <p:spPr>
              <a:xfrm>
                <a:off x="6919200" y="3416760"/>
                <a:ext cx="21600" cy="19080"/>
              </a:xfrm>
              <a:custGeom>
                <a:rect b="b" l="l" r="r" t="t"/>
                <a:pathLst>
                  <a:path extrusionOk="0" h="8" w="9">
                    <a:moveTo>
                      <a:pt x="5" y="2"/>
                    </a:moveTo>
                    <a:cubicBezTo>
                      <a:pt x="5" y="5"/>
                      <a:pt x="5" y="5"/>
                      <a:pt x="5" y="5"/>
                    </a:cubicBezTo>
                    <a:cubicBezTo>
                      <a:pt x="2" y="5"/>
                      <a:pt x="2" y="5"/>
                      <a:pt x="2" y="5"/>
                    </a:cubicBezTo>
                    <a:cubicBezTo>
                      <a:pt x="1" y="5"/>
                      <a:pt x="0" y="5"/>
                      <a:pt x="0" y="6"/>
                    </a:cubicBezTo>
                    <a:cubicBezTo>
                      <a:pt x="0" y="8"/>
                      <a:pt x="1" y="8"/>
                      <a:pt x="2" y="8"/>
                    </a:cubicBezTo>
                    <a:cubicBezTo>
                      <a:pt x="7" y="8"/>
                      <a:pt x="7" y="8"/>
                      <a:pt x="7" y="8"/>
                    </a:cubicBezTo>
                    <a:cubicBezTo>
                      <a:pt x="7" y="8"/>
                      <a:pt x="8" y="8"/>
                      <a:pt x="8" y="8"/>
                    </a:cubicBezTo>
                    <a:cubicBezTo>
                      <a:pt x="8" y="7"/>
                      <a:pt x="9" y="7"/>
                      <a:pt x="9" y="6"/>
                    </a:cubicBezTo>
                    <a:cubicBezTo>
                      <a:pt x="9" y="2"/>
                      <a:pt x="9" y="2"/>
                      <a:pt x="9" y="2"/>
                    </a:cubicBezTo>
                    <a:cubicBezTo>
                      <a:pt x="9" y="1"/>
                      <a:pt x="8" y="0"/>
                      <a:pt x="7" y="0"/>
                    </a:cubicBezTo>
                    <a:cubicBezTo>
                      <a:pt x="6" y="0"/>
                      <a:pt x="5" y="1"/>
                      <a:pt x="5" y="2"/>
                    </a:cubicBezTo>
                    <a:close/>
                  </a:path>
                </a:pathLst>
              </a:custGeom>
              <a:solidFill>
                <a:srgbClr val="B5B5B5"/>
              </a:solidFill>
              <a:ln>
                <a:noFill/>
              </a:ln>
            </p:spPr>
            <p:txBody>
              <a:bodyPr anchorCtr="0" anchor="t" bIns="9700" lIns="91425" spcFirstLastPara="1" rIns="91425" wrap="square" tIns="9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3" name="Google Shape;223;p1"/>
              <p:cNvSpPr/>
              <p:nvPr/>
            </p:nvSpPr>
            <p:spPr>
              <a:xfrm>
                <a:off x="5817240" y="3428280"/>
                <a:ext cx="1074240" cy="7560"/>
              </a:xfrm>
              <a:custGeom>
                <a:rect b="b" l="l" r="r" t="t"/>
                <a:pathLst>
                  <a:path extrusionOk="0" h="3" w="427">
                    <a:moveTo>
                      <a:pt x="12" y="0"/>
                    </a:moveTo>
                    <a:cubicBezTo>
                      <a:pt x="2" y="0"/>
                      <a:pt x="2" y="0"/>
                      <a:pt x="2" y="0"/>
                    </a:cubicBezTo>
                    <a:cubicBezTo>
                      <a:pt x="1" y="0"/>
                      <a:pt x="0" y="0"/>
                      <a:pt x="0" y="1"/>
                    </a:cubicBezTo>
                    <a:cubicBezTo>
                      <a:pt x="0" y="3"/>
                      <a:pt x="1" y="3"/>
                      <a:pt x="2" y="3"/>
                    </a:cubicBezTo>
                    <a:cubicBezTo>
                      <a:pt x="12" y="3"/>
                      <a:pt x="12" y="3"/>
                      <a:pt x="12" y="3"/>
                    </a:cubicBezTo>
                    <a:cubicBezTo>
                      <a:pt x="13" y="3"/>
                      <a:pt x="14" y="3"/>
                      <a:pt x="14" y="1"/>
                    </a:cubicBezTo>
                    <a:cubicBezTo>
                      <a:pt x="14" y="0"/>
                      <a:pt x="13" y="0"/>
                      <a:pt x="12" y="0"/>
                    </a:cubicBezTo>
                    <a:close/>
                    <a:moveTo>
                      <a:pt x="36" y="0"/>
                    </a:moveTo>
                    <a:cubicBezTo>
                      <a:pt x="26" y="0"/>
                      <a:pt x="26" y="0"/>
                      <a:pt x="26" y="0"/>
                    </a:cubicBezTo>
                    <a:cubicBezTo>
                      <a:pt x="25" y="0"/>
                      <a:pt x="24" y="0"/>
                      <a:pt x="24" y="1"/>
                    </a:cubicBezTo>
                    <a:cubicBezTo>
                      <a:pt x="24" y="3"/>
                      <a:pt x="25" y="3"/>
                      <a:pt x="26" y="3"/>
                    </a:cubicBezTo>
                    <a:cubicBezTo>
                      <a:pt x="36" y="3"/>
                      <a:pt x="36" y="3"/>
                      <a:pt x="36" y="3"/>
                    </a:cubicBezTo>
                    <a:cubicBezTo>
                      <a:pt x="37" y="3"/>
                      <a:pt x="38" y="3"/>
                      <a:pt x="38" y="1"/>
                    </a:cubicBezTo>
                    <a:cubicBezTo>
                      <a:pt x="38" y="0"/>
                      <a:pt x="37" y="0"/>
                      <a:pt x="36" y="0"/>
                    </a:cubicBezTo>
                    <a:close/>
                    <a:moveTo>
                      <a:pt x="60" y="0"/>
                    </a:moveTo>
                    <a:cubicBezTo>
                      <a:pt x="51" y="0"/>
                      <a:pt x="51" y="0"/>
                      <a:pt x="51" y="0"/>
                    </a:cubicBezTo>
                    <a:cubicBezTo>
                      <a:pt x="50" y="0"/>
                      <a:pt x="49" y="0"/>
                      <a:pt x="49" y="1"/>
                    </a:cubicBezTo>
                    <a:cubicBezTo>
                      <a:pt x="49" y="3"/>
                      <a:pt x="50" y="3"/>
                      <a:pt x="51" y="3"/>
                    </a:cubicBezTo>
                    <a:cubicBezTo>
                      <a:pt x="60" y="3"/>
                      <a:pt x="60" y="3"/>
                      <a:pt x="60" y="3"/>
                    </a:cubicBezTo>
                    <a:cubicBezTo>
                      <a:pt x="61" y="3"/>
                      <a:pt x="62" y="3"/>
                      <a:pt x="62" y="1"/>
                    </a:cubicBezTo>
                    <a:cubicBezTo>
                      <a:pt x="62" y="0"/>
                      <a:pt x="61" y="0"/>
                      <a:pt x="60" y="0"/>
                    </a:cubicBezTo>
                    <a:close/>
                    <a:moveTo>
                      <a:pt x="85" y="0"/>
                    </a:moveTo>
                    <a:cubicBezTo>
                      <a:pt x="75" y="0"/>
                      <a:pt x="75" y="0"/>
                      <a:pt x="75" y="0"/>
                    </a:cubicBezTo>
                    <a:cubicBezTo>
                      <a:pt x="74" y="0"/>
                      <a:pt x="73" y="0"/>
                      <a:pt x="73" y="1"/>
                    </a:cubicBezTo>
                    <a:cubicBezTo>
                      <a:pt x="73" y="3"/>
                      <a:pt x="74" y="3"/>
                      <a:pt x="75" y="3"/>
                    </a:cubicBezTo>
                    <a:cubicBezTo>
                      <a:pt x="85" y="3"/>
                      <a:pt x="85" y="3"/>
                      <a:pt x="85" y="3"/>
                    </a:cubicBezTo>
                    <a:cubicBezTo>
                      <a:pt x="86" y="3"/>
                      <a:pt x="87" y="3"/>
                      <a:pt x="87" y="1"/>
                    </a:cubicBezTo>
                    <a:cubicBezTo>
                      <a:pt x="87" y="0"/>
                      <a:pt x="86" y="0"/>
                      <a:pt x="85" y="0"/>
                    </a:cubicBezTo>
                    <a:close/>
                    <a:moveTo>
                      <a:pt x="109" y="0"/>
                    </a:moveTo>
                    <a:cubicBezTo>
                      <a:pt x="99" y="0"/>
                      <a:pt x="99" y="0"/>
                      <a:pt x="99" y="0"/>
                    </a:cubicBezTo>
                    <a:cubicBezTo>
                      <a:pt x="98" y="0"/>
                      <a:pt x="97" y="0"/>
                      <a:pt x="97" y="1"/>
                    </a:cubicBezTo>
                    <a:cubicBezTo>
                      <a:pt x="97" y="3"/>
                      <a:pt x="98" y="3"/>
                      <a:pt x="99" y="3"/>
                    </a:cubicBezTo>
                    <a:cubicBezTo>
                      <a:pt x="109" y="3"/>
                      <a:pt x="109" y="3"/>
                      <a:pt x="109" y="3"/>
                    </a:cubicBezTo>
                    <a:cubicBezTo>
                      <a:pt x="110" y="3"/>
                      <a:pt x="111" y="3"/>
                      <a:pt x="111" y="1"/>
                    </a:cubicBezTo>
                    <a:cubicBezTo>
                      <a:pt x="111" y="0"/>
                      <a:pt x="110" y="0"/>
                      <a:pt x="109" y="0"/>
                    </a:cubicBezTo>
                    <a:close/>
                    <a:moveTo>
                      <a:pt x="133" y="0"/>
                    </a:moveTo>
                    <a:cubicBezTo>
                      <a:pt x="124" y="0"/>
                      <a:pt x="124" y="0"/>
                      <a:pt x="124" y="0"/>
                    </a:cubicBezTo>
                    <a:cubicBezTo>
                      <a:pt x="123" y="0"/>
                      <a:pt x="122" y="0"/>
                      <a:pt x="122" y="1"/>
                    </a:cubicBezTo>
                    <a:cubicBezTo>
                      <a:pt x="122" y="3"/>
                      <a:pt x="123" y="3"/>
                      <a:pt x="124" y="3"/>
                    </a:cubicBezTo>
                    <a:cubicBezTo>
                      <a:pt x="133" y="3"/>
                      <a:pt x="133" y="3"/>
                      <a:pt x="133" y="3"/>
                    </a:cubicBezTo>
                    <a:cubicBezTo>
                      <a:pt x="134" y="3"/>
                      <a:pt x="135" y="3"/>
                      <a:pt x="135" y="1"/>
                    </a:cubicBezTo>
                    <a:cubicBezTo>
                      <a:pt x="135" y="0"/>
                      <a:pt x="134" y="0"/>
                      <a:pt x="133" y="0"/>
                    </a:cubicBezTo>
                    <a:close/>
                    <a:moveTo>
                      <a:pt x="158" y="0"/>
                    </a:moveTo>
                    <a:cubicBezTo>
                      <a:pt x="148" y="0"/>
                      <a:pt x="148" y="0"/>
                      <a:pt x="148" y="0"/>
                    </a:cubicBezTo>
                    <a:cubicBezTo>
                      <a:pt x="147" y="0"/>
                      <a:pt x="146" y="0"/>
                      <a:pt x="146" y="1"/>
                    </a:cubicBezTo>
                    <a:cubicBezTo>
                      <a:pt x="146" y="3"/>
                      <a:pt x="147" y="3"/>
                      <a:pt x="148" y="3"/>
                    </a:cubicBezTo>
                    <a:cubicBezTo>
                      <a:pt x="158" y="3"/>
                      <a:pt x="158" y="3"/>
                      <a:pt x="158" y="3"/>
                    </a:cubicBezTo>
                    <a:cubicBezTo>
                      <a:pt x="159" y="3"/>
                      <a:pt x="160" y="3"/>
                      <a:pt x="160" y="1"/>
                    </a:cubicBezTo>
                    <a:cubicBezTo>
                      <a:pt x="160" y="0"/>
                      <a:pt x="159" y="0"/>
                      <a:pt x="158" y="0"/>
                    </a:cubicBezTo>
                    <a:close/>
                    <a:moveTo>
                      <a:pt x="182" y="0"/>
                    </a:moveTo>
                    <a:cubicBezTo>
                      <a:pt x="172" y="0"/>
                      <a:pt x="172" y="0"/>
                      <a:pt x="172" y="0"/>
                    </a:cubicBezTo>
                    <a:cubicBezTo>
                      <a:pt x="171" y="0"/>
                      <a:pt x="170" y="0"/>
                      <a:pt x="170" y="1"/>
                    </a:cubicBezTo>
                    <a:cubicBezTo>
                      <a:pt x="170" y="3"/>
                      <a:pt x="171" y="3"/>
                      <a:pt x="172" y="3"/>
                    </a:cubicBezTo>
                    <a:cubicBezTo>
                      <a:pt x="182" y="3"/>
                      <a:pt x="182" y="3"/>
                      <a:pt x="182" y="3"/>
                    </a:cubicBezTo>
                    <a:cubicBezTo>
                      <a:pt x="183" y="3"/>
                      <a:pt x="184" y="3"/>
                      <a:pt x="184" y="1"/>
                    </a:cubicBezTo>
                    <a:cubicBezTo>
                      <a:pt x="184" y="0"/>
                      <a:pt x="183" y="0"/>
                      <a:pt x="182" y="0"/>
                    </a:cubicBezTo>
                    <a:close/>
                    <a:moveTo>
                      <a:pt x="206" y="0"/>
                    </a:moveTo>
                    <a:cubicBezTo>
                      <a:pt x="197" y="0"/>
                      <a:pt x="197" y="0"/>
                      <a:pt x="197" y="0"/>
                    </a:cubicBezTo>
                    <a:cubicBezTo>
                      <a:pt x="196" y="0"/>
                      <a:pt x="195" y="0"/>
                      <a:pt x="195" y="1"/>
                    </a:cubicBezTo>
                    <a:cubicBezTo>
                      <a:pt x="195" y="3"/>
                      <a:pt x="196" y="3"/>
                      <a:pt x="197" y="3"/>
                    </a:cubicBezTo>
                    <a:cubicBezTo>
                      <a:pt x="206" y="3"/>
                      <a:pt x="206" y="3"/>
                      <a:pt x="206" y="3"/>
                    </a:cubicBezTo>
                    <a:cubicBezTo>
                      <a:pt x="207" y="3"/>
                      <a:pt x="208" y="3"/>
                      <a:pt x="208" y="1"/>
                    </a:cubicBezTo>
                    <a:cubicBezTo>
                      <a:pt x="208" y="0"/>
                      <a:pt x="207" y="0"/>
                      <a:pt x="206" y="0"/>
                    </a:cubicBezTo>
                    <a:close/>
                    <a:moveTo>
                      <a:pt x="231" y="0"/>
                    </a:moveTo>
                    <a:cubicBezTo>
                      <a:pt x="221" y="0"/>
                      <a:pt x="221" y="0"/>
                      <a:pt x="221" y="0"/>
                    </a:cubicBezTo>
                    <a:cubicBezTo>
                      <a:pt x="220" y="0"/>
                      <a:pt x="219" y="0"/>
                      <a:pt x="219" y="1"/>
                    </a:cubicBezTo>
                    <a:cubicBezTo>
                      <a:pt x="219" y="3"/>
                      <a:pt x="220" y="3"/>
                      <a:pt x="221" y="3"/>
                    </a:cubicBezTo>
                    <a:cubicBezTo>
                      <a:pt x="231" y="3"/>
                      <a:pt x="231" y="3"/>
                      <a:pt x="231" y="3"/>
                    </a:cubicBezTo>
                    <a:cubicBezTo>
                      <a:pt x="232" y="3"/>
                      <a:pt x="233" y="3"/>
                      <a:pt x="233" y="1"/>
                    </a:cubicBezTo>
                    <a:cubicBezTo>
                      <a:pt x="233" y="0"/>
                      <a:pt x="232" y="0"/>
                      <a:pt x="231" y="0"/>
                    </a:cubicBezTo>
                    <a:close/>
                    <a:moveTo>
                      <a:pt x="255" y="0"/>
                    </a:moveTo>
                    <a:cubicBezTo>
                      <a:pt x="245" y="0"/>
                      <a:pt x="245" y="0"/>
                      <a:pt x="245" y="0"/>
                    </a:cubicBezTo>
                    <a:cubicBezTo>
                      <a:pt x="244" y="0"/>
                      <a:pt x="243" y="0"/>
                      <a:pt x="243" y="1"/>
                    </a:cubicBezTo>
                    <a:cubicBezTo>
                      <a:pt x="243" y="3"/>
                      <a:pt x="244" y="3"/>
                      <a:pt x="245" y="3"/>
                    </a:cubicBezTo>
                    <a:cubicBezTo>
                      <a:pt x="255" y="3"/>
                      <a:pt x="255" y="3"/>
                      <a:pt x="255" y="3"/>
                    </a:cubicBezTo>
                    <a:cubicBezTo>
                      <a:pt x="256" y="3"/>
                      <a:pt x="257" y="3"/>
                      <a:pt x="257" y="1"/>
                    </a:cubicBezTo>
                    <a:cubicBezTo>
                      <a:pt x="257" y="0"/>
                      <a:pt x="256" y="0"/>
                      <a:pt x="255" y="0"/>
                    </a:cubicBezTo>
                    <a:close/>
                    <a:moveTo>
                      <a:pt x="279" y="0"/>
                    </a:moveTo>
                    <a:cubicBezTo>
                      <a:pt x="270" y="0"/>
                      <a:pt x="270" y="0"/>
                      <a:pt x="270" y="0"/>
                    </a:cubicBezTo>
                    <a:cubicBezTo>
                      <a:pt x="269" y="0"/>
                      <a:pt x="268" y="0"/>
                      <a:pt x="268" y="1"/>
                    </a:cubicBezTo>
                    <a:cubicBezTo>
                      <a:pt x="268" y="3"/>
                      <a:pt x="269" y="3"/>
                      <a:pt x="270" y="3"/>
                    </a:cubicBezTo>
                    <a:cubicBezTo>
                      <a:pt x="279" y="3"/>
                      <a:pt x="279" y="3"/>
                      <a:pt x="279" y="3"/>
                    </a:cubicBezTo>
                    <a:cubicBezTo>
                      <a:pt x="280" y="3"/>
                      <a:pt x="281" y="3"/>
                      <a:pt x="281" y="1"/>
                    </a:cubicBezTo>
                    <a:cubicBezTo>
                      <a:pt x="281" y="0"/>
                      <a:pt x="280" y="0"/>
                      <a:pt x="279" y="0"/>
                    </a:cubicBezTo>
                    <a:close/>
                    <a:moveTo>
                      <a:pt x="304" y="0"/>
                    </a:moveTo>
                    <a:cubicBezTo>
                      <a:pt x="294" y="0"/>
                      <a:pt x="294" y="0"/>
                      <a:pt x="294" y="0"/>
                    </a:cubicBezTo>
                    <a:cubicBezTo>
                      <a:pt x="293" y="0"/>
                      <a:pt x="292" y="0"/>
                      <a:pt x="292" y="1"/>
                    </a:cubicBezTo>
                    <a:cubicBezTo>
                      <a:pt x="292" y="3"/>
                      <a:pt x="293" y="3"/>
                      <a:pt x="294" y="3"/>
                    </a:cubicBezTo>
                    <a:cubicBezTo>
                      <a:pt x="304" y="3"/>
                      <a:pt x="304" y="3"/>
                      <a:pt x="304" y="3"/>
                    </a:cubicBezTo>
                    <a:cubicBezTo>
                      <a:pt x="305" y="3"/>
                      <a:pt x="306" y="3"/>
                      <a:pt x="306" y="1"/>
                    </a:cubicBezTo>
                    <a:cubicBezTo>
                      <a:pt x="306" y="0"/>
                      <a:pt x="305" y="0"/>
                      <a:pt x="304" y="0"/>
                    </a:cubicBezTo>
                    <a:close/>
                    <a:moveTo>
                      <a:pt x="328" y="0"/>
                    </a:moveTo>
                    <a:cubicBezTo>
                      <a:pt x="318" y="0"/>
                      <a:pt x="318" y="0"/>
                      <a:pt x="318" y="0"/>
                    </a:cubicBezTo>
                    <a:cubicBezTo>
                      <a:pt x="317" y="0"/>
                      <a:pt x="316" y="0"/>
                      <a:pt x="316" y="1"/>
                    </a:cubicBezTo>
                    <a:cubicBezTo>
                      <a:pt x="316" y="3"/>
                      <a:pt x="317" y="3"/>
                      <a:pt x="318" y="3"/>
                    </a:cubicBezTo>
                    <a:cubicBezTo>
                      <a:pt x="328" y="3"/>
                      <a:pt x="328" y="3"/>
                      <a:pt x="328" y="3"/>
                    </a:cubicBezTo>
                    <a:cubicBezTo>
                      <a:pt x="329" y="3"/>
                      <a:pt x="330" y="3"/>
                      <a:pt x="330" y="1"/>
                    </a:cubicBezTo>
                    <a:cubicBezTo>
                      <a:pt x="330" y="0"/>
                      <a:pt x="329" y="0"/>
                      <a:pt x="328" y="0"/>
                    </a:cubicBezTo>
                    <a:close/>
                    <a:moveTo>
                      <a:pt x="352" y="0"/>
                    </a:moveTo>
                    <a:cubicBezTo>
                      <a:pt x="343" y="0"/>
                      <a:pt x="343" y="0"/>
                      <a:pt x="343" y="0"/>
                    </a:cubicBezTo>
                    <a:cubicBezTo>
                      <a:pt x="342" y="0"/>
                      <a:pt x="341" y="0"/>
                      <a:pt x="341" y="1"/>
                    </a:cubicBezTo>
                    <a:cubicBezTo>
                      <a:pt x="341" y="3"/>
                      <a:pt x="342" y="3"/>
                      <a:pt x="343" y="3"/>
                    </a:cubicBezTo>
                    <a:cubicBezTo>
                      <a:pt x="352" y="3"/>
                      <a:pt x="352" y="3"/>
                      <a:pt x="352" y="3"/>
                    </a:cubicBezTo>
                    <a:cubicBezTo>
                      <a:pt x="353" y="3"/>
                      <a:pt x="354" y="3"/>
                      <a:pt x="354" y="1"/>
                    </a:cubicBezTo>
                    <a:cubicBezTo>
                      <a:pt x="354" y="0"/>
                      <a:pt x="353" y="0"/>
                      <a:pt x="352" y="0"/>
                    </a:cubicBezTo>
                    <a:close/>
                    <a:moveTo>
                      <a:pt x="377" y="0"/>
                    </a:moveTo>
                    <a:cubicBezTo>
                      <a:pt x="367" y="0"/>
                      <a:pt x="367" y="0"/>
                      <a:pt x="367" y="0"/>
                    </a:cubicBezTo>
                    <a:cubicBezTo>
                      <a:pt x="366" y="0"/>
                      <a:pt x="365" y="0"/>
                      <a:pt x="365" y="1"/>
                    </a:cubicBezTo>
                    <a:cubicBezTo>
                      <a:pt x="365" y="3"/>
                      <a:pt x="366" y="3"/>
                      <a:pt x="367" y="3"/>
                    </a:cubicBezTo>
                    <a:cubicBezTo>
                      <a:pt x="377" y="3"/>
                      <a:pt x="377" y="3"/>
                      <a:pt x="377" y="3"/>
                    </a:cubicBezTo>
                    <a:cubicBezTo>
                      <a:pt x="378" y="3"/>
                      <a:pt x="379" y="3"/>
                      <a:pt x="379" y="1"/>
                    </a:cubicBezTo>
                    <a:cubicBezTo>
                      <a:pt x="379" y="0"/>
                      <a:pt x="378" y="0"/>
                      <a:pt x="377" y="0"/>
                    </a:cubicBezTo>
                    <a:close/>
                    <a:moveTo>
                      <a:pt x="401" y="0"/>
                    </a:moveTo>
                    <a:cubicBezTo>
                      <a:pt x="391" y="0"/>
                      <a:pt x="391" y="0"/>
                      <a:pt x="391" y="0"/>
                    </a:cubicBezTo>
                    <a:cubicBezTo>
                      <a:pt x="390" y="0"/>
                      <a:pt x="389" y="0"/>
                      <a:pt x="389" y="1"/>
                    </a:cubicBezTo>
                    <a:cubicBezTo>
                      <a:pt x="389" y="3"/>
                      <a:pt x="390" y="3"/>
                      <a:pt x="391" y="3"/>
                    </a:cubicBezTo>
                    <a:cubicBezTo>
                      <a:pt x="401" y="3"/>
                      <a:pt x="401" y="3"/>
                      <a:pt x="401" y="3"/>
                    </a:cubicBezTo>
                    <a:cubicBezTo>
                      <a:pt x="402" y="3"/>
                      <a:pt x="403" y="3"/>
                      <a:pt x="403" y="1"/>
                    </a:cubicBezTo>
                    <a:cubicBezTo>
                      <a:pt x="403" y="0"/>
                      <a:pt x="402" y="0"/>
                      <a:pt x="401" y="0"/>
                    </a:cubicBezTo>
                    <a:close/>
                    <a:moveTo>
                      <a:pt x="425" y="0"/>
                    </a:moveTo>
                    <a:cubicBezTo>
                      <a:pt x="416" y="0"/>
                      <a:pt x="416" y="0"/>
                      <a:pt x="416" y="0"/>
                    </a:cubicBezTo>
                    <a:cubicBezTo>
                      <a:pt x="415" y="0"/>
                      <a:pt x="414" y="0"/>
                      <a:pt x="414" y="1"/>
                    </a:cubicBezTo>
                    <a:cubicBezTo>
                      <a:pt x="414" y="3"/>
                      <a:pt x="415" y="3"/>
                      <a:pt x="416" y="3"/>
                    </a:cubicBezTo>
                    <a:cubicBezTo>
                      <a:pt x="425" y="3"/>
                      <a:pt x="425" y="3"/>
                      <a:pt x="425" y="3"/>
                    </a:cubicBezTo>
                    <a:cubicBezTo>
                      <a:pt x="426" y="3"/>
                      <a:pt x="427" y="3"/>
                      <a:pt x="427" y="1"/>
                    </a:cubicBezTo>
                    <a:cubicBezTo>
                      <a:pt x="427" y="0"/>
                      <a:pt x="426" y="0"/>
                      <a:pt x="425" y="0"/>
                    </a:cubicBezTo>
                    <a:close/>
                  </a:path>
                </a:pathLst>
              </a:custGeom>
              <a:solidFill>
                <a:schemeClr val="accent5"/>
              </a:solidFill>
              <a:ln>
                <a:noFill/>
              </a:ln>
            </p:spPr>
            <p:txBody>
              <a:bodyPr anchorCtr="0" anchor="t" bIns="3950" lIns="91425" spcFirstLastPara="1" rIns="91425" wrap="square" tIns="3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4" name="Google Shape;224;p1"/>
              <p:cNvSpPr/>
              <p:nvPr/>
            </p:nvSpPr>
            <p:spPr>
              <a:xfrm>
                <a:off x="5769360" y="3416760"/>
                <a:ext cx="20520" cy="19080"/>
              </a:xfrm>
              <a:custGeom>
                <a:rect b="b" l="l" r="r" t="t"/>
                <a:pathLst>
                  <a:path extrusionOk="0" h="8" w="8">
                    <a:moveTo>
                      <a:pt x="6" y="5"/>
                    </a:moveTo>
                    <a:cubicBezTo>
                      <a:pt x="4" y="5"/>
                      <a:pt x="4" y="5"/>
                      <a:pt x="4" y="5"/>
                    </a:cubicBezTo>
                    <a:cubicBezTo>
                      <a:pt x="4" y="2"/>
                      <a:pt x="4" y="2"/>
                      <a:pt x="4" y="2"/>
                    </a:cubicBezTo>
                    <a:cubicBezTo>
                      <a:pt x="4" y="1"/>
                      <a:pt x="3" y="0"/>
                      <a:pt x="2" y="0"/>
                    </a:cubicBezTo>
                    <a:cubicBezTo>
                      <a:pt x="1" y="0"/>
                      <a:pt x="0" y="1"/>
                      <a:pt x="0" y="2"/>
                    </a:cubicBezTo>
                    <a:cubicBezTo>
                      <a:pt x="0" y="6"/>
                      <a:pt x="0" y="6"/>
                      <a:pt x="0" y="6"/>
                    </a:cubicBezTo>
                    <a:cubicBezTo>
                      <a:pt x="0" y="7"/>
                      <a:pt x="0" y="7"/>
                      <a:pt x="0" y="8"/>
                    </a:cubicBezTo>
                    <a:cubicBezTo>
                      <a:pt x="1" y="8"/>
                      <a:pt x="1" y="8"/>
                      <a:pt x="2" y="8"/>
                    </a:cubicBezTo>
                    <a:cubicBezTo>
                      <a:pt x="6" y="8"/>
                      <a:pt x="6" y="8"/>
                      <a:pt x="6" y="8"/>
                    </a:cubicBezTo>
                    <a:cubicBezTo>
                      <a:pt x="7" y="8"/>
                      <a:pt x="8" y="8"/>
                      <a:pt x="8" y="6"/>
                    </a:cubicBezTo>
                    <a:cubicBezTo>
                      <a:pt x="8" y="5"/>
                      <a:pt x="7" y="5"/>
                      <a:pt x="6" y="5"/>
                    </a:cubicBezTo>
                    <a:close/>
                  </a:path>
                </a:pathLst>
              </a:custGeom>
              <a:solidFill>
                <a:srgbClr val="B5B5B5"/>
              </a:solidFill>
              <a:ln>
                <a:noFill/>
              </a:ln>
            </p:spPr>
            <p:txBody>
              <a:bodyPr anchorCtr="0" anchor="t" bIns="9700" lIns="91425" spcFirstLastPara="1" rIns="91425" wrap="square" tIns="9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5" name="Google Shape;225;p1"/>
              <p:cNvSpPr/>
              <p:nvPr/>
            </p:nvSpPr>
            <p:spPr>
              <a:xfrm>
                <a:off x="5769360" y="2414520"/>
                <a:ext cx="10080" cy="975600"/>
              </a:xfrm>
              <a:custGeom>
                <a:rect b="b" l="l" r="r" t="t"/>
                <a:pathLst>
                  <a:path extrusionOk="0" h="387" w="4">
                    <a:moveTo>
                      <a:pt x="4" y="11"/>
                    </a:moveTo>
                    <a:cubicBezTo>
                      <a:pt x="4" y="2"/>
                      <a:pt x="4" y="2"/>
                      <a:pt x="4" y="2"/>
                    </a:cubicBezTo>
                    <a:cubicBezTo>
                      <a:pt x="4" y="1"/>
                      <a:pt x="3" y="0"/>
                      <a:pt x="2" y="0"/>
                    </a:cubicBezTo>
                    <a:cubicBezTo>
                      <a:pt x="1" y="0"/>
                      <a:pt x="0" y="1"/>
                      <a:pt x="0" y="2"/>
                    </a:cubicBezTo>
                    <a:cubicBezTo>
                      <a:pt x="0" y="11"/>
                      <a:pt x="0" y="11"/>
                      <a:pt x="0" y="11"/>
                    </a:cubicBezTo>
                    <a:cubicBezTo>
                      <a:pt x="0" y="13"/>
                      <a:pt x="1" y="13"/>
                      <a:pt x="2" y="13"/>
                    </a:cubicBezTo>
                    <a:cubicBezTo>
                      <a:pt x="3" y="13"/>
                      <a:pt x="4" y="13"/>
                      <a:pt x="4" y="11"/>
                    </a:cubicBezTo>
                    <a:close/>
                    <a:moveTo>
                      <a:pt x="4" y="35"/>
                    </a:moveTo>
                    <a:cubicBezTo>
                      <a:pt x="4" y="25"/>
                      <a:pt x="4" y="25"/>
                      <a:pt x="4" y="25"/>
                    </a:cubicBezTo>
                    <a:cubicBezTo>
                      <a:pt x="4" y="24"/>
                      <a:pt x="3" y="24"/>
                      <a:pt x="2" y="24"/>
                    </a:cubicBezTo>
                    <a:cubicBezTo>
                      <a:pt x="1" y="24"/>
                      <a:pt x="0" y="24"/>
                      <a:pt x="0" y="25"/>
                    </a:cubicBezTo>
                    <a:cubicBezTo>
                      <a:pt x="0" y="35"/>
                      <a:pt x="0" y="35"/>
                      <a:pt x="0" y="35"/>
                    </a:cubicBezTo>
                    <a:cubicBezTo>
                      <a:pt x="0" y="36"/>
                      <a:pt x="1" y="37"/>
                      <a:pt x="2" y="37"/>
                    </a:cubicBezTo>
                    <a:cubicBezTo>
                      <a:pt x="3" y="37"/>
                      <a:pt x="4" y="36"/>
                      <a:pt x="4" y="35"/>
                    </a:cubicBezTo>
                    <a:close/>
                    <a:moveTo>
                      <a:pt x="4" y="58"/>
                    </a:moveTo>
                    <a:cubicBezTo>
                      <a:pt x="4" y="49"/>
                      <a:pt x="4" y="49"/>
                      <a:pt x="4" y="49"/>
                    </a:cubicBezTo>
                    <a:cubicBezTo>
                      <a:pt x="4" y="48"/>
                      <a:pt x="3" y="47"/>
                      <a:pt x="2" y="47"/>
                    </a:cubicBezTo>
                    <a:cubicBezTo>
                      <a:pt x="1" y="47"/>
                      <a:pt x="0" y="48"/>
                      <a:pt x="0" y="49"/>
                    </a:cubicBezTo>
                    <a:cubicBezTo>
                      <a:pt x="0" y="58"/>
                      <a:pt x="0" y="58"/>
                      <a:pt x="0" y="58"/>
                    </a:cubicBezTo>
                    <a:cubicBezTo>
                      <a:pt x="0" y="59"/>
                      <a:pt x="1" y="60"/>
                      <a:pt x="2" y="60"/>
                    </a:cubicBezTo>
                    <a:cubicBezTo>
                      <a:pt x="3" y="60"/>
                      <a:pt x="4" y="59"/>
                      <a:pt x="4" y="58"/>
                    </a:cubicBezTo>
                    <a:close/>
                    <a:moveTo>
                      <a:pt x="4" y="81"/>
                    </a:moveTo>
                    <a:cubicBezTo>
                      <a:pt x="4" y="72"/>
                      <a:pt x="4" y="72"/>
                      <a:pt x="4" y="72"/>
                    </a:cubicBezTo>
                    <a:cubicBezTo>
                      <a:pt x="4" y="71"/>
                      <a:pt x="3" y="70"/>
                      <a:pt x="2" y="70"/>
                    </a:cubicBezTo>
                    <a:cubicBezTo>
                      <a:pt x="1" y="70"/>
                      <a:pt x="0" y="71"/>
                      <a:pt x="0" y="72"/>
                    </a:cubicBezTo>
                    <a:cubicBezTo>
                      <a:pt x="0" y="81"/>
                      <a:pt x="0" y="81"/>
                      <a:pt x="0" y="81"/>
                    </a:cubicBezTo>
                    <a:cubicBezTo>
                      <a:pt x="0" y="83"/>
                      <a:pt x="1" y="83"/>
                      <a:pt x="2" y="83"/>
                    </a:cubicBezTo>
                    <a:cubicBezTo>
                      <a:pt x="3" y="83"/>
                      <a:pt x="4" y="83"/>
                      <a:pt x="4" y="81"/>
                    </a:cubicBezTo>
                    <a:close/>
                    <a:moveTo>
                      <a:pt x="4" y="105"/>
                    </a:moveTo>
                    <a:cubicBezTo>
                      <a:pt x="4" y="95"/>
                      <a:pt x="4" y="95"/>
                      <a:pt x="4" y="95"/>
                    </a:cubicBezTo>
                    <a:cubicBezTo>
                      <a:pt x="4" y="94"/>
                      <a:pt x="3" y="94"/>
                      <a:pt x="2" y="94"/>
                    </a:cubicBezTo>
                    <a:cubicBezTo>
                      <a:pt x="1" y="94"/>
                      <a:pt x="0" y="94"/>
                      <a:pt x="0" y="95"/>
                    </a:cubicBezTo>
                    <a:cubicBezTo>
                      <a:pt x="0" y="105"/>
                      <a:pt x="0" y="105"/>
                      <a:pt x="0" y="105"/>
                    </a:cubicBezTo>
                    <a:cubicBezTo>
                      <a:pt x="0" y="106"/>
                      <a:pt x="1" y="107"/>
                      <a:pt x="2" y="107"/>
                    </a:cubicBezTo>
                    <a:cubicBezTo>
                      <a:pt x="3" y="107"/>
                      <a:pt x="4" y="106"/>
                      <a:pt x="4" y="105"/>
                    </a:cubicBezTo>
                    <a:close/>
                    <a:moveTo>
                      <a:pt x="4" y="128"/>
                    </a:moveTo>
                    <a:cubicBezTo>
                      <a:pt x="4" y="119"/>
                      <a:pt x="4" y="119"/>
                      <a:pt x="4" y="119"/>
                    </a:cubicBezTo>
                    <a:cubicBezTo>
                      <a:pt x="4" y="118"/>
                      <a:pt x="3" y="117"/>
                      <a:pt x="2" y="117"/>
                    </a:cubicBezTo>
                    <a:cubicBezTo>
                      <a:pt x="1" y="117"/>
                      <a:pt x="0" y="118"/>
                      <a:pt x="0" y="119"/>
                    </a:cubicBezTo>
                    <a:cubicBezTo>
                      <a:pt x="0" y="128"/>
                      <a:pt x="0" y="128"/>
                      <a:pt x="0" y="128"/>
                    </a:cubicBezTo>
                    <a:cubicBezTo>
                      <a:pt x="0" y="129"/>
                      <a:pt x="1" y="130"/>
                      <a:pt x="2" y="130"/>
                    </a:cubicBezTo>
                    <a:cubicBezTo>
                      <a:pt x="3" y="130"/>
                      <a:pt x="4" y="129"/>
                      <a:pt x="4" y="128"/>
                    </a:cubicBezTo>
                    <a:close/>
                    <a:moveTo>
                      <a:pt x="4" y="151"/>
                    </a:moveTo>
                    <a:cubicBezTo>
                      <a:pt x="4" y="142"/>
                      <a:pt x="4" y="142"/>
                      <a:pt x="4" y="142"/>
                    </a:cubicBezTo>
                    <a:cubicBezTo>
                      <a:pt x="4" y="141"/>
                      <a:pt x="3" y="140"/>
                      <a:pt x="2" y="140"/>
                    </a:cubicBezTo>
                    <a:cubicBezTo>
                      <a:pt x="1" y="140"/>
                      <a:pt x="0" y="141"/>
                      <a:pt x="0" y="142"/>
                    </a:cubicBezTo>
                    <a:cubicBezTo>
                      <a:pt x="0" y="151"/>
                      <a:pt x="0" y="151"/>
                      <a:pt x="0" y="151"/>
                    </a:cubicBezTo>
                    <a:cubicBezTo>
                      <a:pt x="0" y="153"/>
                      <a:pt x="1" y="153"/>
                      <a:pt x="2" y="153"/>
                    </a:cubicBezTo>
                    <a:cubicBezTo>
                      <a:pt x="3" y="153"/>
                      <a:pt x="4" y="153"/>
                      <a:pt x="4" y="151"/>
                    </a:cubicBezTo>
                    <a:close/>
                    <a:moveTo>
                      <a:pt x="4" y="175"/>
                    </a:moveTo>
                    <a:cubicBezTo>
                      <a:pt x="4" y="165"/>
                      <a:pt x="4" y="165"/>
                      <a:pt x="4" y="165"/>
                    </a:cubicBezTo>
                    <a:cubicBezTo>
                      <a:pt x="4" y="164"/>
                      <a:pt x="3" y="164"/>
                      <a:pt x="2" y="164"/>
                    </a:cubicBezTo>
                    <a:cubicBezTo>
                      <a:pt x="1" y="164"/>
                      <a:pt x="0" y="164"/>
                      <a:pt x="0" y="165"/>
                    </a:cubicBezTo>
                    <a:cubicBezTo>
                      <a:pt x="0" y="175"/>
                      <a:pt x="0" y="175"/>
                      <a:pt x="0" y="175"/>
                    </a:cubicBezTo>
                    <a:cubicBezTo>
                      <a:pt x="0" y="176"/>
                      <a:pt x="1" y="177"/>
                      <a:pt x="2" y="177"/>
                    </a:cubicBezTo>
                    <a:cubicBezTo>
                      <a:pt x="3" y="177"/>
                      <a:pt x="4" y="176"/>
                      <a:pt x="4" y="175"/>
                    </a:cubicBezTo>
                    <a:close/>
                    <a:moveTo>
                      <a:pt x="4" y="198"/>
                    </a:moveTo>
                    <a:cubicBezTo>
                      <a:pt x="4" y="189"/>
                      <a:pt x="4" y="189"/>
                      <a:pt x="4" y="189"/>
                    </a:cubicBezTo>
                    <a:cubicBezTo>
                      <a:pt x="4" y="188"/>
                      <a:pt x="3" y="187"/>
                      <a:pt x="2" y="187"/>
                    </a:cubicBezTo>
                    <a:cubicBezTo>
                      <a:pt x="1" y="187"/>
                      <a:pt x="0" y="188"/>
                      <a:pt x="0" y="189"/>
                    </a:cubicBezTo>
                    <a:cubicBezTo>
                      <a:pt x="0" y="198"/>
                      <a:pt x="0" y="198"/>
                      <a:pt x="0" y="198"/>
                    </a:cubicBezTo>
                    <a:cubicBezTo>
                      <a:pt x="0" y="199"/>
                      <a:pt x="1" y="200"/>
                      <a:pt x="2" y="200"/>
                    </a:cubicBezTo>
                    <a:cubicBezTo>
                      <a:pt x="3" y="200"/>
                      <a:pt x="4" y="199"/>
                      <a:pt x="4" y="198"/>
                    </a:cubicBezTo>
                    <a:close/>
                    <a:moveTo>
                      <a:pt x="4" y="221"/>
                    </a:moveTo>
                    <a:cubicBezTo>
                      <a:pt x="4" y="212"/>
                      <a:pt x="4" y="212"/>
                      <a:pt x="4" y="212"/>
                    </a:cubicBezTo>
                    <a:cubicBezTo>
                      <a:pt x="4" y="211"/>
                      <a:pt x="3" y="210"/>
                      <a:pt x="2" y="210"/>
                    </a:cubicBezTo>
                    <a:cubicBezTo>
                      <a:pt x="1" y="210"/>
                      <a:pt x="0" y="211"/>
                      <a:pt x="0" y="212"/>
                    </a:cubicBezTo>
                    <a:cubicBezTo>
                      <a:pt x="0" y="221"/>
                      <a:pt x="0" y="221"/>
                      <a:pt x="0" y="221"/>
                    </a:cubicBezTo>
                    <a:cubicBezTo>
                      <a:pt x="0" y="222"/>
                      <a:pt x="1" y="223"/>
                      <a:pt x="2" y="223"/>
                    </a:cubicBezTo>
                    <a:cubicBezTo>
                      <a:pt x="3" y="223"/>
                      <a:pt x="4" y="222"/>
                      <a:pt x="4" y="221"/>
                    </a:cubicBezTo>
                    <a:close/>
                    <a:moveTo>
                      <a:pt x="4" y="245"/>
                    </a:moveTo>
                    <a:cubicBezTo>
                      <a:pt x="4" y="235"/>
                      <a:pt x="4" y="235"/>
                      <a:pt x="4" y="235"/>
                    </a:cubicBezTo>
                    <a:cubicBezTo>
                      <a:pt x="4" y="234"/>
                      <a:pt x="3" y="234"/>
                      <a:pt x="2" y="234"/>
                    </a:cubicBezTo>
                    <a:cubicBezTo>
                      <a:pt x="1" y="234"/>
                      <a:pt x="0" y="234"/>
                      <a:pt x="0" y="235"/>
                    </a:cubicBezTo>
                    <a:cubicBezTo>
                      <a:pt x="0" y="245"/>
                      <a:pt x="0" y="245"/>
                      <a:pt x="0" y="245"/>
                    </a:cubicBezTo>
                    <a:cubicBezTo>
                      <a:pt x="0" y="246"/>
                      <a:pt x="1" y="247"/>
                      <a:pt x="2" y="247"/>
                    </a:cubicBezTo>
                    <a:cubicBezTo>
                      <a:pt x="3" y="247"/>
                      <a:pt x="4" y="246"/>
                      <a:pt x="4" y="245"/>
                    </a:cubicBezTo>
                    <a:close/>
                    <a:moveTo>
                      <a:pt x="4" y="268"/>
                    </a:moveTo>
                    <a:cubicBezTo>
                      <a:pt x="4" y="259"/>
                      <a:pt x="4" y="259"/>
                      <a:pt x="4" y="259"/>
                    </a:cubicBezTo>
                    <a:cubicBezTo>
                      <a:pt x="4" y="258"/>
                      <a:pt x="3" y="257"/>
                      <a:pt x="2" y="257"/>
                    </a:cubicBezTo>
                    <a:cubicBezTo>
                      <a:pt x="1" y="257"/>
                      <a:pt x="0" y="258"/>
                      <a:pt x="0" y="259"/>
                    </a:cubicBezTo>
                    <a:cubicBezTo>
                      <a:pt x="0" y="268"/>
                      <a:pt x="0" y="268"/>
                      <a:pt x="0" y="268"/>
                    </a:cubicBezTo>
                    <a:cubicBezTo>
                      <a:pt x="0" y="269"/>
                      <a:pt x="1" y="270"/>
                      <a:pt x="2" y="270"/>
                    </a:cubicBezTo>
                    <a:cubicBezTo>
                      <a:pt x="3" y="270"/>
                      <a:pt x="4" y="269"/>
                      <a:pt x="4" y="268"/>
                    </a:cubicBezTo>
                    <a:close/>
                    <a:moveTo>
                      <a:pt x="4" y="291"/>
                    </a:moveTo>
                    <a:cubicBezTo>
                      <a:pt x="4" y="282"/>
                      <a:pt x="4" y="282"/>
                      <a:pt x="4" y="282"/>
                    </a:cubicBezTo>
                    <a:cubicBezTo>
                      <a:pt x="4" y="281"/>
                      <a:pt x="3" y="280"/>
                      <a:pt x="2" y="280"/>
                    </a:cubicBezTo>
                    <a:cubicBezTo>
                      <a:pt x="1" y="280"/>
                      <a:pt x="0" y="281"/>
                      <a:pt x="0" y="282"/>
                    </a:cubicBezTo>
                    <a:cubicBezTo>
                      <a:pt x="0" y="291"/>
                      <a:pt x="0" y="291"/>
                      <a:pt x="0" y="291"/>
                    </a:cubicBezTo>
                    <a:cubicBezTo>
                      <a:pt x="0" y="292"/>
                      <a:pt x="1" y="293"/>
                      <a:pt x="2" y="293"/>
                    </a:cubicBezTo>
                    <a:cubicBezTo>
                      <a:pt x="3" y="293"/>
                      <a:pt x="4" y="292"/>
                      <a:pt x="4" y="291"/>
                    </a:cubicBezTo>
                    <a:close/>
                    <a:moveTo>
                      <a:pt x="4" y="315"/>
                    </a:moveTo>
                    <a:cubicBezTo>
                      <a:pt x="4" y="305"/>
                      <a:pt x="4" y="305"/>
                      <a:pt x="4" y="305"/>
                    </a:cubicBezTo>
                    <a:cubicBezTo>
                      <a:pt x="4" y="304"/>
                      <a:pt x="3" y="304"/>
                      <a:pt x="2" y="304"/>
                    </a:cubicBezTo>
                    <a:cubicBezTo>
                      <a:pt x="1" y="304"/>
                      <a:pt x="0" y="304"/>
                      <a:pt x="0" y="305"/>
                    </a:cubicBezTo>
                    <a:cubicBezTo>
                      <a:pt x="0" y="315"/>
                      <a:pt x="0" y="315"/>
                      <a:pt x="0" y="315"/>
                    </a:cubicBezTo>
                    <a:cubicBezTo>
                      <a:pt x="0" y="316"/>
                      <a:pt x="1" y="317"/>
                      <a:pt x="2" y="317"/>
                    </a:cubicBezTo>
                    <a:cubicBezTo>
                      <a:pt x="3" y="317"/>
                      <a:pt x="4" y="316"/>
                      <a:pt x="4" y="315"/>
                    </a:cubicBezTo>
                    <a:close/>
                    <a:moveTo>
                      <a:pt x="4" y="338"/>
                    </a:moveTo>
                    <a:cubicBezTo>
                      <a:pt x="4" y="329"/>
                      <a:pt x="4" y="329"/>
                      <a:pt x="4" y="329"/>
                    </a:cubicBezTo>
                    <a:cubicBezTo>
                      <a:pt x="4" y="328"/>
                      <a:pt x="3" y="327"/>
                      <a:pt x="2" y="327"/>
                    </a:cubicBezTo>
                    <a:cubicBezTo>
                      <a:pt x="1" y="327"/>
                      <a:pt x="0" y="328"/>
                      <a:pt x="0" y="329"/>
                    </a:cubicBezTo>
                    <a:cubicBezTo>
                      <a:pt x="0" y="338"/>
                      <a:pt x="0" y="338"/>
                      <a:pt x="0" y="338"/>
                    </a:cubicBezTo>
                    <a:cubicBezTo>
                      <a:pt x="0" y="339"/>
                      <a:pt x="1" y="340"/>
                      <a:pt x="2" y="340"/>
                    </a:cubicBezTo>
                    <a:cubicBezTo>
                      <a:pt x="3" y="340"/>
                      <a:pt x="4" y="339"/>
                      <a:pt x="4" y="338"/>
                    </a:cubicBezTo>
                    <a:close/>
                    <a:moveTo>
                      <a:pt x="4" y="361"/>
                    </a:moveTo>
                    <a:cubicBezTo>
                      <a:pt x="4" y="352"/>
                      <a:pt x="4" y="352"/>
                      <a:pt x="4" y="352"/>
                    </a:cubicBezTo>
                    <a:cubicBezTo>
                      <a:pt x="4" y="351"/>
                      <a:pt x="3" y="350"/>
                      <a:pt x="2" y="350"/>
                    </a:cubicBezTo>
                    <a:cubicBezTo>
                      <a:pt x="1" y="350"/>
                      <a:pt x="0" y="351"/>
                      <a:pt x="0" y="352"/>
                    </a:cubicBezTo>
                    <a:cubicBezTo>
                      <a:pt x="0" y="361"/>
                      <a:pt x="0" y="361"/>
                      <a:pt x="0" y="361"/>
                    </a:cubicBezTo>
                    <a:cubicBezTo>
                      <a:pt x="0" y="362"/>
                      <a:pt x="1" y="363"/>
                      <a:pt x="2" y="363"/>
                    </a:cubicBezTo>
                    <a:cubicBezTo>
                      <a:pt x="3" y="363"/>
                      <a:pt x="4" y="362"/>
                      <a:pt x="4" y="361"/>
                    </a:cubicBezTo>
                    <a:close/>
                    <a:moveTo>
                      <a:pt x="4" y="385"/>
                    </a:moveTo>
                    <a:cubicBezTo>
                      <a:pt x="4" y="375"/>
                      <a:pt x="4" y="375"/>
                      <a:pt x="4" y="375"/>
                    </a:cubicBezTo>
                    <a:cubicBezTo>
                      <a:pt x="4" y="374"/>
                      <a:pt x="3" y="374"/>
                      <a:pt x="2" y="374"/>
                    </a:cubicBezTo>
                    <a:cubicBezTo>
                      <a:pt x="1" y="374"/>
                      <a:pt x="0" y="374"/>
                      <a:pt x="0" y="375"/>
                    </a:cubicBezTo>
                    <a:cubicBezTo>
                      <a:pt x="0" y="385"/>
                      <a:pt x="0" y="385"/>
                      <a:pt x="0" y="385"/>
                    </a:cubicBezTo>
                    <a:cubicBezTo>
                      <a:pt x="0" y="386"/>
                      <a:pt x="1" y="387"/>
                      <a:pt x="2" y="387"/>
                    </a:cubicBezTo>
                    <a:cubicBezTo>
                      <a:pt x="3" y="387"/>
                      <a:pt x="4" y="386"/>
                      <a:pt x="4" y="38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6" name="Google Shape;226;p1"/>
              <p:cNvSpPr/>
              <p:nvPr/>
            </p:nvSpPr>
            <p:spPr>
              <a:xfrm>
                <a:off x="5769360" y="2369160"/>
                <a:ext cx="20520" cy="20520"/>
              </a:xfrm>
              <a:custGeom>
                <a:rect b="b" l="l" r="r" t="t"/>
                <a:pathLst>
                  <a:path extrusionOk="0" h="8" w="8">
                    <a:moveTo>
                      <a:pt x="4" y="6"/>
                    </a:moveTo>
                    <a:cubicBezTo>
                      <a:pt x="4" y="3"/>
                      <a:pt x="4" y="3"/>
                      <a:pt x="4" y="3"/>
                    </a:cubicBezTo>
                    <a:cubicBezTo>
                      <a:pt x="6" y="3"/>
                      <a:pt x="6" y="3"/>
                      <a:pt x="6" y="3"/>
                    </a:cubicBezTo>
                    <a:cubicBezTo>
                      <a:pt x="7" y="3"/>
                      <a:pt x="8" y="2"/>
                      <a:pt x="8" y="1"/>
                    </a:cubicBezTo>
                    <a:cubicBezTo>
                      <a:pt x="8" y="0"/>
                      <a:pt x="7" y="0"/>
                      <a:pt x="6" y="0"/>
                    </a:cubicBezTo>
                    <a:cubicBezTo>
                      <a:pt x="2" y="0"/>
                      <a:pt x="2" y="0"/>
                      <a:pt x="2" y="0"/>
                    </a:cubicBezTo>
                    <a:cubicBezTo>
                      <a:pt x="1" y="0"/>
                      <a:pt x="1" y="0"/>
                      <a:pt x="0" y="0"/>
                    </a:cubicBezTo>
                    <a:cubicBezTo>
                      <a:pt x="0" y="0"/>
                      <a:pt x="0" y="1"/>
                      <a:pt x="0" y="1"/>
                    </a:cubicBezTo>
                    <a:cubicBezTo>
                      <a:pt x="0" y="6"/>
                      <a:pt x="0" y="6"/>
                      <a:pt x="0" y="6"/>
                    </a:cubicBezTo>
                    <a:cubicBezTo>
                      <a:pt x="0" y="7"/>
                      <a:pt x="1" y="8"/>
                      <a:pt x="2" y="8"/>
                    </a:cubicBezTo>
                    <a:cubicBezTo>
                      <a:pt x="3" y="8"/>
                      <a:pt x="4" y="7"/>
                      <a:pt x="4" y="6"/>
                    </a:cubicBezTo>
                    <a:close/>
                  </a:path>
                </a:pathLst>
              </a:custGeom>
              <a:solidFill>
                <a:srgbClr val="B5B5B5"/>
              </a:solidFill>
              <a:ln>
                <a:noFill/>
              </a:ln>
            </p:spPr>
            <p:txBody>
              <a:bodyPr anchorCtr="0" anchor="t" bIns="10425" lIns="91425" spcFirstLastPara="1" rIns="91425" wrap="square" tIns="10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7" name="Google Shape;227;p1"/>
              <p:cNvSpPr/>
              <p:nvPr/>
            </p:nvSpPr>
            <p:spPr>
              <a:xfrm>
                <a:off x="5817240" y="2369160"/>
                <a:ext cx="1074240" cy="7560"/>
              </a:xfrm>
              <a:custGeom>
                <a:rect b="b" l="l" r="r" t="t"/>
                <a:pathLst>
                  <a:path extrusionOk="0" h="3" w="427">
                    <a:moveTo>
                      <a:pt x="416" y="3"/>
                    </a:moveTo>
                    <a:cubicBezTo>
                      <a:pt x="425" y="3"/>
                      <a:pt x="425" y="3"/>
                      <a:pt x="425" y="3"/>
                    </a:cubicBezTo>
                    <a:cubicBezTo>
                      <a:pt x="426" y="3"/>
                      <a:pt x="427" y="2"/>
                      <a:pt x="427" y="1"/>
                    </a:cubicBezTo>
                    <a:cubicBezTo>
                      <a:pt x="427" y="0"/>
                      <a:pt x="426" y="0"/>
                      <a:pt x="425" y="0"/>
                    </a:cubicBezTo>
                    <a:cubicBezTo>
                      <a:pt x="416" y="0"/>
                      <a:pt x="416" y="0"/>
                      <a:pt x="416" y="0"/>
                    </a:cubicBezTo>
                    <a:cubicBezTo>
                      <a:pt x="415" y="0"/>
                      <a:pt x="414" y="0"/>
                      <a:pt x="414" y="1"/>
                    </a:cubicBezTo>
                    <a:cubicBezTo>
                      <a:pt x="414" y="2"/>
                      <a:pt x="415" y="3"/>
                      <a:pt x="416" y="3"/>
                    </a:cubicBezTo>
                    <a:close/>
                    <a:moveTo>
                      <a:pt x="391" y="3"/>
                    </a:moveTo>
                    <a:cubicBezTo>
                      <a:pt x="401" y="3"/>
                      <a:pt x="401" y="3"/>
                      <a:pt x="401" y="3"/>
                    </a:cubicBezTo>
                    <a:cubicBezTo>
                      <a:pt x="402" y="3"/>
                      <a:pt x="403" y="2"/>
                      <a:pt x="403" y="1"/>
                    </a:cubicBezTo>
                    <a:cubicBezTo>
                      <a:pt x="403" y="0"/>
                      <a:pt x="402" y="0"/>
                      <a:pt x="401" y="0"/>
                    </a:cubicBezTo>
                    <a:cubicBezTo>
                      <a:pt x="391" y="0"/>
                      <a:pt x="391" y="0"/>
                      <a:pt x="391" y="0"/>
                    </a:cubicBezTo>
                    <a:cubicBezTo>
                      <a:pt x="390" y="0"/>
                      <a:pt x="389" y="0"/>
                      <a:pt x="389" y="1"/>
                    </a:cubicBezTo>
                    <a:cubicBezTo>
                      <a:pt x="389" y="2"/>
                      <a:pt x="390" y="3"/>
                      <a:pt x="391" y="3"/>
                    </a:cubicBezTo>
                    <a:close/>
                    <a:moveTo>
                      <a:pt x="367" y="3"/>
                    </a:moveTo>
                    <a:cubicBezTo>
                      <a:pt x="377" y="3"/>
                      <a:pt x="377" y="3"/>
                      <a:pt x="377" y="3"/>
                    </a:cubicBezTo>
                    <a:cubicBezTo>
                      <a:pt x="378" y="3"/>
                      <a:pt x="379" y="2"/>
                      <a:pt x="379" y="1"/>
                    </a:cubicBezTo>
                    <a:cubicBezTo>
                      <a:pt x="379" y="0"/>
                      <a:pt x="378" y="0"/>
                      <a:pt x="377" y="0"/>
                    </a:cubicBezTo>
                    <a:cubicBezTo>
                      <a:pt x="367" y="0"/>
                      <a:pt x="367" y="0"/>
                      <a:pt x="367" y="0"/>
                    </a:cubicBezTo>
                    <a:cubicBezTo>
                      <a:pt x="366" y="0"/>
                      <a:pt x="365" y="0"/>
                      <a:pt x="365" y="1"/>
                    </a:cubicBezTo>
                    <a:cubicBezTo>
                      <a:pt x="365" y="2"/>
                      <a:pt x="366" y="3"/>
                      <a:pt x="367" y="3"/>
                    </a:cubicBezTo>
                    <a:close/>
                    <a:moveTo>
                      <a:pt x="343" y="3"/>
                    </a:moveTo>
                    <a:cubicBezTo>
                      <a:pt x="352" y="3"/>
                      <a:pt x="352" y="3"/>
                      <a:pt x="352" y="3"/>
                    </a:cubicBezTo>
                    <a:cubicBezTo>
                      <a:pt x="353" y="3"/>
                      <a:pt x="354" y="2"/>
                      <a:pt x="354" y="1"/>
                    </a:cubicBezTo>
                    <a:cubicBezTo>
                      <a:pt x="354" y="0"/>
                      <a:pt x="353" y="0"/>
                      <a:pt x="352" y="0"/>
                    </a:cubicBezTo>
                    <a:cubicBezTo>
                      <a:pt x="343" y="0"/>
                      <a:pt x="343" y="0"/>
                      <a:pt x="343" y="0"/>
                    </a:cubicBezTo>
                    <a:cubicBezTo>
                      <a:pt x="342" y="0"/>
                      <a:pt x="341" y="0"/>
                      <a:pt x="341" y="1"/>
                    </a:cubicBezTo>
                    <a:cubicBezTo>
                      <a:pt x="341" y="2"/>
                      <a:pt x="342" y="3"/>
                      <a:pt x="343" y="3"/>
                    </a:cubicBezTo>
                    <a:close/>
                    <a:moveTo>
                      <a:pt x="318" y="3"/>
                    </a:moveTo>
                    <a:cubicBezTo>
                      <a:pt x="328" y="3"/>
                      <a:pt x="328" y="3"/>
                      <a:pt x="328" y="3"/>
                    </a:cubicBezTo>
                    <a:cubicBezTo>
                      <a:pt x="329" y="3"/>
                      <a:pt x="330" y="2"/>
                      <a:pt x="330" y="1"/>
                    </a:cubicBezTo>
                    <a:cubicBezTo>
                      <a:pt x="330" y="0"/>
                      <a:pt x="329" y="0"/>
                      <a:pt x="328" y="0"/>
                    </a:cubicBezTo>
                    <a:cubicBezTo>
                      <a:pt x="318" y="0"/>
                      <a:pt x="318" y="0"/>
                      <a:pt x="318" y="0"/>
                    </a:cubicBezTo>
                    <a:cubicBezTo>
                      <a:pt x="317" y="0"/>
                      <a:pt x="316" y="0"/>
                      <a:pt x="316" y="1"/>
                    </a:cubicBezTo>
                    <a:cubicBezTo>
                      <a:pt x="316" y="2"/>
                      <a:pt x="317" y="3"/>
                      <a:pt x="318" y="3"/>
                    </a:cubicBezTo>
                    <a:close/>
                    <a:moveTo>
                      <a:pt x="294" y="3"/>
                    </a:moveTo>
                    <a:cubicBezTo>
                      <a:pt x="304" y="3"/>
                      <a:pt x="304" y="3"/>
                      <a:pt x="304" y="3"/>
                    </a:cubicBezTo>
                    <a:cubicBezTo>
                      <a:pt x="305" y="3"/>
                      <a:pt x="306" y="2"/>
                      <a:pt x="306" y="1"/>
                    </a:cubicBezTo>
                    <a:cubicBezTo>
                      <a:pt x="306" y="0"/>
                      <a:pt x="305" y="0"/>
                      <a:pt x="304" y="0"/>
                    </a:cubicBezTo>
                    <a:cubicBezTo>
                      <a:pt x="294" y="0"/>
                      <a:pt x="294" y="0"/>
                      <a:pt x="294" y="0"/>
                    </a:cubicBezTo>
                    <a:cubicBezTo>
                      <a:pt x="293" y="0"/>
                      <a:pt x="292" y="0"/>
                      <a:pt x="292" y="1"/>
                    </a:cubicBezTo>
                    <a:cubicBezTo>
                      <a:pt x="292" y="2"/>
                      <a:pt x="293" y="3"/>
                      <a:pt x="294" y="3"/>
                    </a:cubicBezTo>
                    <a:close/>
                    <a:moveTo>
                      <a:pt x="270" y="3"/>
                    </a:moveTo>
                    <a:cubicBezTo>
                      <a:pt x="279" y="3"/>
                      <a:pt x="279" y="3"/>
                      <a:pt x="279" y="3"/>
                    </a:cubicBezTo>
                    <a:cubicBezTo>
                      <a:pt x="280" y="3"/>
                      <a:pt x="281" y="2"/>
                      <a:pt x="281" y="1"/>
                    </a:cubicBezTo>
                    <a:cubicBezTo>
                      <a:pt x="281" y="0"/>
                      <a:pt x="280" y="0"/>
                      <a:pt x="279" y="0"/>
                    </a:cubicBezTo>
                    <a:cubicBezTo>
                      <a:pt x="270" y="0"/>
                      <a:pt x="270" y="0"/>
                      <a:pt x="270" y="0"/>
                    </a:cubicBezTo>
                    <a:cubicBezTo>
                      <a:pt x="269" y="0"/>
                      <a:pt x="268" y="0"/>
                      <a:pt x="268" y="1"/>
                    </a:cubicBezTo>
                    <a:cubicBezTo>
                      <a:pt x="268" y="2"/>
                      <a:pt x="269" y="3"/>
                      <a:pt x="270" y="3"/>
                    </a:cubicBezTo>
                    <a:close/>
                    <a:moveTo>
                      <a:pt x="245" y="3"/>
                    </a:moveTo>
                    <a:cubicBezTo>
                      <a:pt x="255" y="3"/>
                      <a:pt x="255" y="3"/>
                      <a:pt x="255" y="3"/>
                    </a:cubicBezTo>
                    <a:cubicBezTo>
                      <a:pt x="256" y="3"/>
                      <a:pt x="257" y="2"/>
                      <a:pt x="257" y="1"/>
                    </a:cubicBezTo>
                    <a:cubicBezTo>
                      <a:pt x="257" y="0"/>
                      <a:pt x="256" y="0"/>
                      <a:pt x="255" y="0"/>
                    </a:cubicBezTo>
                    <a:cubicBezTo>
                      <a:pt x="245" y="0"/>
                      <a:pt x="245" y="0"/>
                      <a:pt x="245" y="0"/>
                    </a:cubicBezTo>
                    <a:cubicBezTo>
                      <a:pt x="244" y="0"/>
                      <a:pt x="243" y="0"/>
                      <a:pt x="243" y="1"/>
                    </a:cubicBezTo>
                    <a:cubicBezTo>
                      <a:pt x="243" y="2"/>
                      <a:pt x="244" y="3"/>
                      <a:pt x="245" y="3"/>
                    </a:cubicBezTo>
                    <a:close/>
                    <a:moveTo>
                      <a:pt x="221" y="3"/>
                    </a:moveTo>
                    <a:cubicBezTo>
                      <a:pt x="231" y="3"/>
                      <a:pt x="231" y="3"/>
                      <a:pt x="231" y="3"/>
                    </a:cubicBezTo>
                    <a:cubicBezTo>
                      <a:pt x="232" y="3"/>
                      <a:pt x="233" y="2"/>
                      <a:pt x="233" y="1"/>
                    </a:cubicBezTo>
                    <a:cubicBezTo>
                      <a:pt x="233" y="0"/>
                      <a:pt x="232" y="0"/>
                      <a:pt x="231" y="0"/>
                    </a:cubicBezTo>
                    <a:cubicBezTo>
                      <a:pt x="221" y="0"/>
                      <a:pt x="221" y="0"/>
                      <a:pt x="221" y="0"/>
                    </a:cubicBezTo>
                    <a:cubicBezTo>
                      <a:pt x="220" y="0"/>
                      <a:pt x="219" y="0"/>
                      <a:pt x="219" y="1"/>
                    </a:cubicBezTo>
                    <a:cubicBezTo>
                      <a:pt x="219" y="2"/>
                      <a:pt x="220" y="3"/>
                      <a:pt x="221" y="3"/>
                    </a:cubicBezTo>
                    <a:close/>
                    <a:moveTo>
                      <a:pt x="197" y="3"/>
                    </a:moveTo>
                    <a:cubicBezTo>
                      <a:pt x="206" y="3"/>
                      <a:pt x="206" y="3"/>
                      <a:pt x="206" y="3"/>
                    </a:cubicBezTo>
                    <a:cubicBezTo>
                      <a:pt x="207" y="3"/>
                      <a:pt x="208" y="2"/>
                      <a:pt x="208" y="1"/>
                    </a:cubicBezTo>
                    <a:cubicBezTo>
                      <a:pt x="208" y="0"/>
                      <a:pt x="207" y="0"/>
                      <a:pt x="206" y="0"/>
                    </a:cubicBezTo>
                    <a:cubicBezTo>
                      <a:pt x="197" y="0"/>
                      <a:pt x="197" y="0"/>
                      <a:pt x="197" y="0"/>
                    </a:cubicBezTo>
                    <a:cubicBezTo>
                      <a:pt x="196" y="0"/>
                      <a:pt x="195" y="0"/>
                      <a:pt x="195" y="1"/>
                    </a:cubicBezTo>
                    <a:cubicBezTo>
                      <a:pt x="195" y="2"/>
                      <a:pt x="196" y="3"/>
                      <a:pt x="197" y="3"/>
                    </a:cubicBezTo>
                    <a:close/>
                    <a:moveTo>
                      <a:pt x="172" y="3"/>
                    </a:moveTo>
                    <a:cubicBezTo>
                      <a:pt x="182" y="3"/>
                      <a:pt x="182" y="3"/>
                      <a:pt x="182" y="3"/>
                    </a:cubicBezTo>
                    <a:cubicBezTo>
                      <a:pt x="183" y="3"/>
                      <a:pt x="184" y="2"/>
                      <a:pt x="184" y="1"/>
                    </a:cubicBezTo>
                    <a:cubicBezTo>
                      <a:pt x="184" y="0"/>
                      <a:pt x="183" y="0"/>
                      <a:pt x="182" y="0"/>
                    </a:cubicBezTo>
                    <a:cubicBezTo>
                      <a:pt x="172" y="0"/>
                      <a:pt x="172" y="0"/>
                      <a:pt x="172" y="0"/>
                    </a:cubicBezTo>
                    <a:cubicBezTo>
                      <a:pt x="171" y="0"/>
                      <a:pt x="170" y="0"/>
                      <a:pt x="170" y="1"/>
                    </a:cubicBezTo>
                    <a:cubicBezTo>
                      <a:pt x="170" y="2"/>
                      <a:pt x="171" y="3"/>
                      <a:pt x="172" y="3"/>
                    </a:cubicBezTo>
                    <a:close/>
                    <a:moveTo>
                      <a:pt x="148" y="3"/>
                    </a:moveTo>
                    <a:cubicBezTo>
                      <a:pt x="158" y="3"/>
                      <a:pt x="158" y="3"/>
                      <a:pt x="158" y="3"/>
                    </a:cubicBezTo>
                    <a:cubicBezTo>
                      <a:pt x="159" y="3"/>
                      <a:pt x="160" y="2"/>
                      <a:pt x="160" y="1"/>
                    </a:cubicBezTo>
                    <a:cubicBezTo>
                      <a:pt x="160" y="0"/>
                      <a:pt x="159" y="0"/>
                      <a:pt x="158" y="0"/>
                    </a:cubicBezTo>
                    <a:cubicBezTo>
                      <a:pt x="148" y="0"/>
                      <a:pt x="148" y="0"/>
                      <a:pt x="148" y="0"/>
                    </a:cubicBezTo>
                    <a:cubicBezTo>
                      <a:pt x="147" y="0"/>
                      <a:pt x="146" y="0"/>
                      <a:pt x="146" y="1"/>
                    </a:cubicBezTo>
                    <a:cubicBezTo>
                      <a:pt x="146" y="2"/>
                      <a:pt x="147" y="3"/>
                      <a:pt x="148" y="3"/>
                    </a:cubicBezTo>
                    <a:close/>
                    <a:moveTo>
                      <a:pt x="124" y="3"/>
                    </a:moveTo>
                    <a:cubicBezTo>
                      <a:pt x="133" y="3"/>
                      <a:pt x="133" y="3"/>
                      <a:pt x="133" y="3"/>
                    </a:cubicBezTo>
                    <a:cubicBezTo>
                      <a:pt x="134" y="3"/>
                      <a:pt x="135" y="2"/>
                      <a:pt x="135" y="1"/>
                    </a:cubicBezTo>
                    <a:cubicBezTo>
                      <a:pt x="135" y="0"/>
                      <a:pt x="134" y="0"/>
                      <a:pt x="133" y="0"/>
                    </a:cubicBezTo>
                    <a:cubicBezTo>
                      <a:pt x="124" y="0"/>
                      <a:pt x="124" y="0"/>
                      <a:pt x="124" y="0"/>
                    </a:cubicBezTo>
                    <a:cubicBezTo>
                      <a:pt x="123" y="0"/>
                      <a:pt x="122" y="0"/>
                      <a:pt x="122" y="1"/>
                    </a:cubicBezTo>
                    <a:cubicBezTo>
                      <a:pt x="122" y="2"/>
                      <a:pt x="123" y="3"/>
                      <a:pt x="124" y="3"/>
                    </a:cubicBezTo>
                    <a:close/>
                    <a:moveTo>
                      <a:pt x="99" y="3"/>
                    </a:moveTo>
                    <a:cubicBezTo>
                      <a:pt x="109" y="3"/>
                      <a:pt x="109" y="3"/>
                      <a:pt x="109" y="3"/>
                    </a:cubicBezTo>
                    <a:cubicBezTo>
                      <a:pt x="110" y="3"/>
                      <a:pt x="111" y="2"/>
                      <a:pt x="111" y="1"/>
                    </a:cubicBezTo>
                    <a:cubicBezTo>
                      <a:pt x="111" y="0"/>
                      <a:pt x="110" y="0"/>
                      <a:pt x="109" y="0"/>
                    </a:cubicBezTo>
                    <a:cubicBezTo>
                      <a:pt x="99" y="0"/>
                      <a:pt x="99" y="0"/>
                      <a:pt x="99" y="0"/>
                    </a:cubicBezTo>
                    <a:cubicBezTo>
                      <a:pt x="98" y="0"/>
                      <a:pt x="97" y="0"/>
                      <a:pt x="97" y="1"/>
                    </a:cubicBezTo>
                    <a:cubicBezTo>
                      <a:pt x="97" y="2"/>
                      <a:pt x="98" y="3"/>
                      <a:pt x="99" y="3"/>
                    </a:cubicBezTo>
                    <a:close/>
                    <a:moveTo>
                      <a:pt x="75" y="3"/>
                    </a:moveTo>
                    <a:cubicBezTo>
                      <a:pt x="85" y="3"/>
                      <a:pt x="85" y="3"/>
                      <a:pt x="85" y="3"/>
                    </a:cubicBezTo>
                    <a:cubicBezTo>
                      <a:pt x="86" y="3"/>
                      <a:pt x="87" y="2"/>
                      <a:pt x="87" y="1"/>
                    </a:cubicBezTo>
                    <a:cubicBezTo>
                      <a:pt x="87" y="0"/>
                      <a:pt x="86" y="0"/>
                      <a:pt x="85" y="0"/>
                    </a:cubicBezTo>
                    <a:cubicBezTo>
                      <a:pt x="75" y="0"/>
                      <a:pt x="75" y="0"/>
                      <a:pt x="75" y="0"/>
                    </a:cubicBezTo>
                    <a:cubicBezTo>
                      <a:pt x="74" y="0"/>
                      <a:pt x="73" y="0"/>
                      <a:pt x="73" y="1"/>
                    </a:cubicBezTo>
                    <a:cubicBezTo>
                      <a:pt x="73" y="2"/>
                      <a:pt x="74" y="3"/>
                      <a:pt x="75" y="3"/>
                    </a:cubicBezTo>
                    <a:close/>
                    <a:moveTo>
                      <a:pt x="51" y="3"/>
                    </a:moveTo>
                    <a:cubicBezTo>
                      <a:pt x="60" y="3"/>
                      <a:pt x="60" y="3"/>
                      <a:pt x="60" y="3"/>
                    </a:cubicBezTo>
                    <a:cubicBezTo>
                      <a:pt x="61" y="3"/>
                      <a:pt x="62" y="2"/>
                      <a:pt x="62" y="1"/>
                    </a:cubicBezTo>
                    <a:cubicBezTo>
                      <a:pt x="62" y="0"/>
                      <a:pt x="61" y="0"/>
                      <a:pt x="60" y="0"/>
                    </a:cubicBezTo>
                    <a:cubicBezTo>
                      <a:pt x="51" y="0"/>
                      <a:pt x="51" y="0"/>
                      <a:pt x="51" y="0"/>
                    </a:cubicBezTo>
                    <a:cubicBezTo>
                      <a:pt x="50" y="0"/>
                      <a:pt x="49" y="0"/>
                      <a:pt x="49" y="1"/>
                    </a:cubicBezTo>
                    <a:cubicBezTo>
                      <a:pt x="49" y="2"/>
                      <a:pt x="50" y="3"/>
                      <a:pt x="51" y="3"/>
                    </a:cubicBezTo>
                    <a:close/>
                    <a:moveTo>
                      <a:pt x="26" y="3"/>
                    </a:moveTo>
                    <a:cubicBezTo>
                      <a:pt x="36" y="3"/>
                      <a:pt x="36" y="3"/>
                      <a:pt x="36" y="3"/>
                    </a:cubicBezTo>
                    <a:cubicBezTo>
                      <a:pt x="37" y="3"/>
                      <a:pt x="38" y="2"/>
                      <a:pt x="38" y="1"/>
                    </a:cubicBezTo>
                    <a:cubicBezTo>
                      <a:pt x="38" y="0"/>
                      <a:pt x="37" y="0"/>
                      <a:pt x="36" y="0"/>
                    </a:cubicBezTo>
                    <a:cubicBezTo>
                      <a:pt x="26" y="0"/>
                      <a:pt x="26" y="0"/>
                      <a:pt x="26" y="0"/>
                    </a:cubicBezTo>
                    <a:cubicBezTo>
                      <a:pt x="25" y="0"/>
                      <a:pt x="24" y="0"/>
                      <a:pt x="24" y="1"/>
                    </a:cubicBezTo>
                    <a:cubicBezTo>
                      <a:pt x="24" y="2"/>
                      <a:pt x="25" y="3"/>
                      <a:pt x="26" y="3"/>
                    </a:cubicBezTo>
                    <a:close/>
                    <a:moveTo>
                      <a:pt x="2" y="3"/>
                    </a:moveTo>
                    <a:cubicBezTo>
                      <a:pt x="12" y="3"/>
                      <a:pt x="12" y="3"/>
                      <a:pt x="12" y="3"/>
                    </a:cubicBezTo>
                    <a:cubicBezTo>
                      <a:pt x="13" y="3"/>
                      <a:pt x="14" y="2"/>
                      <a:pt x="14" y="1"/>
                    </a:cubicBezTo>
                    <a:cubicBezTo>
                      <a:pt x="14" y="0"/>
                      <a:pt x="13" y="0"/>
                      <a:pt x="12" y="0"/>
                    </a:cubicBezTo>
                    <a:cubicBezTo>
                      <a:pt x="2" y="0"/>
                      <a:pt x="2" y="0"/>
                      <a:pt x="2" y="0"/>
                    </a:cubicBezTo>
                    <a:cubicBezTo>
                      <a:pt x="1" y="0"/>
                      <a:pt x="0" y="0"/>
                      <a:pt x="0" y="1"/>
                    </a:cubicBezTo>
                    <a:cubicBezTo>
                      <a:pt x="0" y="2"/>
                      <a:pt x="1" y="3"/>
                      <a:pt x="2" y="3"/>
                    </a:cubicBezTo>
                    <a:close/>
                  </a:path>
                </a:pathLst>
              </a:custGeom>
              <a:solidFill>
                <a:schemeClr val="accent5"/>
              </a:solidFill>
              <a:ln>
                <a:noFill/>
              </a:ln>
            </p:spPr>
            <p:txBody>
              <a:bodyPr anchorCtr="0" anchor="t" bIns="3950" lIns="91425" spcFirstLastPara="1" rIns="91425" wrap="square" tIns="3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8" name="Google Shape;228;p1"/>
              <p:cNvSpPr/>
              <p:nvPr/>
            </p:nvSpPr>
            <p:spPr>
              <a:xfrm>
                <a:off x="6919200" y="2369160"/>
                <a:ext cx="21600" cy="20520"/>
              </a:xfrm>
              <a:custGeom>
                <a:rect b="b" l="l" r="r" t="t"/>
                <a:pathLst>
                  <a:path extrusionOk="0" h="8" w="9">
                    <a:moveTo>
                      <a:pt x="2" y="3"/>
                    </a:moveTo>
                    <a:cubicBezTo>
                      <a:pt x="5" y="3"/>
                      <a:pt x="5" y="3"/>
                      <a:pt x="5" y="3"/>
                    </a:cubicBezTo>
                    <a:cubicBezTo>
                      <a:pt x="5" y="6"/>
                      <a:pt x="5" y="6"/>
                      <a:pt x="5" y="6"/>
                    </a:cubicBezTo>
                    <a:cubicBezTo>
                      <a:pt x="5" y="7"/>
                      <a:pt x="6" y="8"/>
                      <a:pt x="7" y="8"/>
                    </a:cubicBezTo>
                    <a:cubicBezTo>
                      <a:pt x="8" y="8"/>
                      <a:pt x="9" y="7"/>
                      <a:pt x="9" y="6"/>
                    </a:cubicBezTo>
                    <a:cubicBezTo>
                      <a:pt x="9" y="1"/>
                      <a:pt x="9" y="1"/>
                      <a:pt x="9" y="1"/>
                    </a:cubicBezTo>
                    <a:cubicBezTo>
                      <a:pt x="9" y="1"/>
                      <a:pt x="8" y="0"/>
                      <a:pt x="8" y="0"/>
                    </a:cubicBezTo>
                    <a:cubicBezTo>
                      <a:pt x="8" y="0"/>
                      <a:pt x="7" y="0"/>
                      <a:pt x="7" y="0"/>
                    </a:cubicBezTo>
                    <a:cubicBezTo>
                      <a:pt x="2" y="0"/>
                      <a:pt x="2" y="0"/>
                      <a:pt x="2" y="0"/>
                    </a:cubicBezTo>
                    <a:cubicBezTo>
                      <a:pt x="1" y="0"/>
                      <a:pt x="0" y="0"/>
                      <a:pt x="0" y="1"/>
                    </a:cubicBezTo>
                    <a:cubicBezTo>
                      <a:pt x="0" y="2"/>
                      <a:pt x="1" y="3"/>
                      <a:pt x="2" y="3"/>
                    </a:cubicBezTo>
                    <a:close/>
                  </a:path>
                </a:pathLst>
              </a:custGeom>
              <a:solidFill>
                <a:srgbClr val="B5B5B5"/>
              </a:solidFill>
              <a:ln>
                <a:noFill/>
              </a:ln>
            </p:spPr>
            <p:txBody>
              <a:bodyPr anchorCtr="0" anchor="t" bIns="10425" lIns="91425" spcFirstLastPara="1" rIns="91425" wrap="square" tIns="10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9" name="Google Shape;229;p1"/>
              <p:cNvSpPr/>
              <p:nvPr/>
            </p:nvSpPr>
            <p:spPr>
              <a:xfrm>
                <a:off x="6932160" y="2414520"/>
                <a:ext cx="8640" cy="975600"/>
              </a:xfrm>
              <a:custGeom>
                <a:rect b="b" l="l" r="r" t="t"/>
                <a:pathLst>
                  <a:path extrusionOk="0" h="387" w="4">
                    <a:moveTo>
                      <a:pt x="0" y="375"/>
                    </a:moveTo>
                    <a:cubicBezTo>
                      <a:pt x="0" y="385"/>
                      <a:pt x="0" y="385"/>
                      <a:pt x="0" y="385"/>
                    </a:cubicBezTo>
                    <a:cubicBezTo>
                      <a:pt x="0" y="386"/>
                      <a:pt x="1" y="387"/>
                      <a:pt x="2" y="387"/>
                    </a:cubicBezTo>
                    <a:cubicBezTo>
                      <a:pt x="3" y="387"/>
                      <a:pt x="4" y="386"/>
                      <a:pt x="4" y="385"/>
                    </a:cubicBezTo>
                    <a:cubicBezTo>
                      <a:pt x="4" y="375"/>
                      <a:pt x="4" y="375"/>
                      <a:pt x="4" y="375"/>
                    </a:cubicBezTo>
                    <a:cubicBezTo>
                      <a:pt x="4" y="374"/>
                      <a:pt x="3" y="374"/>
                      <a:pt x="2" y="374"/>
                    </a:cubicBezTo>
                    <a:cubicBezTo>
                      <a:pt x="1" y="374"/>
                      <a:pt x="0" y="374"/>
                      <a:pt x="0" y="375"/>
                    </a:cubicBezTo>
                    <a:close/>
                    <a:moveTo>
                      <a:pt x="0" y="352"/>
                    </a:moveTo>
                    <a:cubicBezTo>
                      <a:pt x="0" y="361"/>
                      <a:pt x="0" y="361"/>
                      <a:pt x="0" y="361"/>
                    </a:cubicBezTo>
                    <a:cubicBezTo>
                      <a:pt x="0" y="362"/>
                      <a:pt x="1" y="363"/>
                      <a:pt x="2" y="363"/>
                    </a:cubicBezTo>
                    <a:cubicBezTo>
                      <a:pt x="3" y="363"/>
                      <a:pt x="4" y="362"/>
                      <a:pt x="4" y="361"/>
                    </a:cubicBezTo>
                    <a:cubicBezTo>
                      <a:pt x="4" y="352"/>
                      <a:pt x="4" y="352"/>
                      <a:pt x="4" y="352"/>
                    </a:cubicBezTo>
                    <a:cubicBezTo>
                      <a:pt x="4" y="351"/>
                      <a:pt x="3" y="350"/>
                      <a:pt x="2" y="350"/>
                    </a:cubicBezTo>
                    <a:cubicBezTo>
                      <a:pt x="1" y="350"/>
                      <a:pt x="0" y="351"/>
                      <a:pt x="0" y="352"/>
                    </a:cubicBezTo>
                    <a:close/>
                    <a:moveTo>
                      <a:pt x="0" y="329"/>
                    </a:moveTo>
                    <a:cubicBezTo>
                      <a:pt x="0" y="338"/>
                      <a:pt x="0" y="338"/>
                      <a:pt x="0" y="338"/>
                    </a:cubicBezTo>
                    <a:cubicBezTo>
                      <a:pt x="0" y="339"/>
                      <a:pt x="1" y="340"/>
                      <a:pt x="2" y="340"/>
                    </a:cubicBezTo>
                    <a:cubicBezTo>
                      <a:pt x="3" y="340"/>
                      <a:pt x="4" y="339"/>
                      <a:pt x="4" y="338"/>
                    </a:cubicBezTo>
                    <a:cubicBezTo>
                      <a:pt x="4" y="329"/>
                      <a:pt x="4" y="329"/>
                      <a:pt x="4" y="329"/>
                    </a:cubicBezTo>
                    <a:cubicBezTo>
                      <a:pt x="4" y="328"/>
                      <a:pt x="3" y="327"/>
                      <a:pt x="2" y="327"/>
                    </a:cubicBezTo>
                    <a:cubicBezTo>
                      <a:pt x="1" y="327"/>
                      <a:pt x="0" y="328"/>
                      <a:pt x="0" y="329"/>
                    </a:cubicBezTo>
                    <a:close/>
                    <a:moveTo>
                      <a:pt x="0" y="305"/>
                    </a:moveTo>
                    <a:cubicBezTo>
                      <a:pt x="0" y="315"/>
                      <a:pt x="0" y="315"/>
                      <a:pt x="0" y="315"/>
                    </a:cubicBezTo>
                    <a:cubicBezTo>
                      <a:pt x="0" y="316"/>
                      <a:pt x="1" y="317"/>
                      <a:pt x="2" y="317"/>
                    </a:cubicBezTo>
                    <a:cubicBezTo>
                      <a:pt x="3" y="317"/>
                      <a:pt x="4" y="316"/>
                      <a:pt x="4" y="315"/>
                    </a:cubicBezTo>
                    <a:cubicBezTo>
                      <a:pt x="4" y="305"/>
                      <a:pt x="4" y="305"/>
                      <a:pt x="4" y="305"/>
                    </a:cubicBezTo>
                    <a:cubicBezTo>
                      <a:pt x="4" y="304"/>
                      <a:pt x="3" y="304"/>
                      <a:pt x="2" y="304"/>
                    </a:cubicBezTo>
                    <a:cubicBezTo>
                      <a:pt x="1" y="304"/>
                      <a:pt x="0" y="304"/>
                      <a:pt x="0" y="305"/>
                    </a:cubicBezTo>
                    <a:close/>
                    <a:moveTo>
                      <a:pt x="0" y="282"/>
                    </a:moveTo>
                    <a:cubicBezTo>
                      <a:pt x="0" y="291"/>
                      <a:pt x="0" y="291"/>
                      <a:pt x="0" y="291"/>
                    </a:cubicBezTo>
                    <a:cubicBezTo>
                      <a:pt x="0" y="292"/>
                      <a:pt x="1" y="293"/>
                      <a:pt x="2" y="293"/>
                    </a:cubicBezTo>
                    <a:cubicBezTo>
                      <a:pt x="3" y="293"/>
                      <a:pt x="4" y="292"/>
                      <a:pt x="4" y="291"/>
                    </a:cubicBezTo>
                    <a:cubicBezTo>
                      <a:pt x="4" y="282"/>
                      <a:pt x="4" y="282"/>
                      <a:pt x="4" y="282"/>
                    </a:cubicBezTo>
                    <a:cubicBezTo>
                      <a:pt x="4" y="281"/>
                      <a:pt x="3" y="280"/>
                      <a:pt x="2" y="280"/>
                    </a:cubicBezTo>
                    <a:cubicBezTo>
                      <a:pt x="1" y="280"/>
                      <a:pt x="0" y="281"/>
                      <a:pt x="0" y="282"/>
                    </a:cubicBezTo>
                    <a:close/>
                    <a:moveTo>
                      <a:pt x="0" y="259"/>
                    </a:moveTo>
                    <a:cubicBezTo>
                      <a:pt x="0" y="268"/>
                      <a:pt x="0" y="268"/>
                      <a:pt x="0" y="268"/>
                    </a:cubicBezTo>
                    <a:cubicBezTo>
                      <a:pt x="0" y="269"/>
                      <a:pt x="1" y="270"/>
                      <a:pt x="2" y="270"/>
                    </a:cubicBezTo>
                    <a:cubicBezTo>
                      <a:pt x="3" y="270"/>
                      <a:pt x="4" y="269"/>
                      <a:pt x="4" y="268"/>
                    </a:cubicBezTo>
                    <a:cubicBezTo>
                      <a:pt x="4" y="259"/>
                      <a:pt x="4" y="259"/>
                      <a:pt x="4" y="259"/>
                    </a:cubicBezTo>
                    <a:cubicBezTo>
                      <a:pt x="4" y="258"/>
                      <a:pt x="3" y="257"/>
                      <a:pt x="2" y="257"/>
                    </a:cubicBezTo>
                    <a:cubicBezTo>
                      <a:pt x="1" y="257"/>
                      <a:pt x="0" y="258"/>
                      <a:pt x="0" y="259"/>
                    </a:cubicBezTo>
                    <a:close/>
                    <a:moveTo>
                      <a:pt x="0" y="235"/>
                    </a:moveTo>
                    <a:cubicBezTo>
                      <a:pt x="0" y="245"/>
                      <a:pt x="0" y="245"/>
                      <a:pt x="0" y="245"/>
                    </a:cubicBezTo>
                    <a:cubicBezTo>
                      <a:pt x="0" y="246"/>
                      <a:pt x="1" y="247"/>
                      <a:pt x="2" y="247"/>
                    </a:cubicBezTo>
                    <a:cubicBezTo>
                      <a:pt x="3" y="247"/>
                      <a:pt x="4" y="246"/>
                      <a:pt x="4" y="245"/>
                    </a:cubicBezTo>
                    <a:cubicBezTo>
                      <a:pt x="4" y="235"/>
                      <a:pt x="4" y="235"/>
                      <a:pt x="4" y="235"/>
                    </a:cubicBezTo>
                    <a:cubicBezTo>
                      <a:pt x="4" y="234"/>
                      <a:pt x="3" y="234"/>
                      <a:pt x="2" y="234"/>
                    </a:cubicBezTo>
                    <a:cubicBezTo>
                      <a:pt x="1" y="234"/>
                      <a:pt x="0" y="234"/>
                      <a:pt x="0" y="235"/>
                    </a:cubicBezTo>
                    <a:close/>
                    <a:moveTo>
                      <a:pt x="0" y="212"/>
                    </a:moveTo>
                    <a:cubicBezTo>
                      <a:pt x="0" y="221"/>
                      <a:pt x="0" y="221"/>
                      <a:pt x="0" y="221"/>
                    </a:cubicBezTo>
                    <a:cubicBezTo>
                      <a:pt x="0" y="222"/>
                      <a:pt x="1" y="223"/>
                      <a:pt x="2" y="223"/>
                    </a:cubicBezTo>
                    <a:cubicBezTo>
                      <a:pt x="3" y="223"/>
                      <a:pt x="4" y="222"/>
                      <a:pt x="4" y="221"/>
                    </a:cubicBezTo>
                    <a:cubicBezTo>
                      <a:pt x="4" y="212"/>
                      <a:pt x="4" y="212"/>
                      <a:pt x="4" y="212"/>
                    </a:cubicBezTo>
                    <a:cubicBezTo>
                      <a:pt x="4" y="211"/>
                      <a:pt x="3" y="210"/>
                      <a:pt x="2" y="210"/>
                    </a:cubicBezTo>
                    <a:cubicBezTo>
                      <a:pt x="1" y="210"/>
                      <a:pt x="0" y="211"/>
                      <a:pt x="0" y="212"/>
                    </a:cubicBezTo>
                    <a:close/>
                    <a:moveTo>
                      <a:pt x="0" y="189"/>
                    </a:moveTo>
                    <a:cubicBezTo>
                      <a:pt x="0" y="198"/>
                      <a:pt x="0" y="198"/>
                      <a:pt x="0" y="198"/>
                    </a:cubicBezTo>
                    <a:cubicBezTo>
                      <a:pt x="0" y="199"/>
                      <a:pt x="1" y="200"/>
                      <a:pt x="2" y="200"/>
                    </a:cubicBezTo>
                    <a:cubicBezTo>
                      <a:pt x="3" y="200"/>
                      <a:pt x="4" y="199"/>
                      <a:pt x="4" y="198"/>
                    </a:cubicBezTo>
                    <a:cubicBezTo>
                      <a:pt x="4" y="189"/>
                      <a:pt x="4" y="189"/>
                      <a:pt x="4" y="189"/>
                    </a:cubicBezTo>
                    <a:cubicBezTo>
                      <a:pt x="4" y="188"/>
                      <a:pt x="3" y="187"/>
                      <a:pt x="2" y="187"/>
                    </a:cubicBezTo>
                    <a:cubicBezTo>
                      <a:pt x="1" y="187"/>
                      <a:pt x="0" y="188"/>
                      <a:pt x="0" y="189"/>
                    </a:cubicBezTo>
                    <a:close/>
                    <a:moveTo>
                      <a:pt x="0" y="165"/>
                    </a:moveTo>
                    <a:cubicBezTo>
                      <a:pt x="0" y="175"/>
                      <a:pt x="0" y="175"/>
                      <a:pt x="0" y="175"/>
                    </a:cubicBezTo>
                    <a:cubicBezTo>
                      <a:pt x="0" y="176"/>
                      <a:pt x="1" y="177"/>
                      <a:pt x="2" y="177"/>
                    </a:cubicBezTo>
                    <a:cubicBezTo>
                      <a:pt x="3" y="177"/>
                      <a:pt x="4" y="176"/>
                      <a:pt x="4" y="175"/>
                    </a:cubicBezTo>
                    <a:cubicBezTo>
                      <a:pt x="4" y="165"/>
                      <a:pt x="4" y="165"/>
                      <a:pt x="4" y="165"/>
                    </a:cubicBezTo>
                    <a:cubicBezTo>
                      <a:pt x="4" y="164"/>
                      <a:pt x="3" y="164"/>
                      <a:pt x="2" y="164"/>
                    </a:cubicBezTo>
                    <a:cubicBezTo>
                      <a:pt x="1" y="164"/>
                      <a:pt x="0" y="164"/>
                      <a:pt x="0" y="165"/>
                    </a:cubicBezTo>
                    <a:close/>
                    <a:moveTo>
                      <a:pt x="0" y="142"/>
                    </a:moveTo>
                    <a:cubicBezTo>
                      <a:pt x="0" y="151"/>
                      <a:pt x="0" y="151"/>
                      <a:pt x="0" y="151"/>
                    </a:cubicBezTo>
                    <a:cubicBezTo>
                      <a:pt x="0" y="153"/>
                      <a:pt x="1" y="153"/>
                      <a:pt x="2" y="153"/>
                    </a:cubicBezTo>
                    <a:cubicBezTo>
                      <a:pt x="3" y="153"/>
                      <a:pt x="4" y="153"/>
                      <a:pt x="4" y="151"/>
                    </a:cubicBezTo>
                    <a:cubicBezTo>
                      <a:pt x="4" y="142"/>
                      <a:pt x="4" y="142"/>
                      <a:pt x="4" y="142"/>
                    </a:cubicBezTo>
                    <a:cubicBezTo>
                      <a:pt x="4" y="141"/>
                      <a:pt x="3" y="140"/>
                      <a:pt x="2" y="140"/>
                    </a:cubicBezTo>
                    <a:cubicBezTo>
                      <a:pt x="1" y="140"/>
                      <a:pt x="0" y="141"/>
                      <a:pt x="0" y="142"/>
                    </a:cubicBezTo>
                    <a:close/>
                    <a:moveTo>
                      <a:pt x="0" y="119"/>
                    </a:moveTo>
                    <a:cubicBezTo>
                      <a:pt x="0" y="128"/>
                      <a:pt x="0" y="128"/>
                      <a:pt x="0" y="128"/>
                    </a:cubicBezTo>
                    <a:cubicBezTo>
                      <a:pt x="0" y="129"/>
                      <a:pt x="1" y="130"/>
                      <a:pt x="2" y="130"/>
                    </a:cubicBezTo>
                    <a:cubicBezTo>
                      <a:pt x="3" y="130"/>
                      <a:pt x="4" y="129"/>
                      <a:pt x="4" y="128"/>
                    </a:cubicBezTo>
                    <a:cubicBezTo>
                      <a:pt x="4" y="119"/>
                      <a:pt x="4" y="119"/>
                      <a:pt x="4" y="119"/>
                    </a:cubicBezTo>
                    <a:cubicBezTo>
                      <a:pt x="4" y="118"/>
                      <a:pt x="3" y="117"/>
                      <a:pt x="2" y="117"/>
                    </a:cubicBezTo>
                    <a:cubicBezTo>
                      <a:pt x="1" y="117"/>
                      <a:pt x="0" y="118"/>
                      <a:pt x="0" y="119"/>
                    </a:cubicBezTo>
                    <a:close/>
                    <a:moveTo>
                      <a:pt x="0" y="95"/>
                    </a:moveTo>
                    <a:cubicBezTo>
                      <a:pt x="0" y="105"/>
                      <a:pt x="0" y="105"/>
                      <a:pt x="0" y="105"/>
                    </a:cubicBezTo>
                    <a:cubicBezTo>
                      <a:pt x="0" y="106"/>
                      <a:pt x="1" y="107"/>
                      <a:pt x="2" y="107"/>
                    </a:cubicBezTo>
                    <a:cubicBezTo>
                      <a:pt x="3" y="107"/>
                      <a:pt x="4" y="106"/>
                      <a:pt x="4" y="105"/>
                    </a:cubicBezTo>
                    <a:cubicBezTo>
                      <a:pt x="4" y="95"/>
                      <a:pt x="4" y="95"/>
                      <a:pt x="4" y="95"/>
                    </a:cubicBezTo>
                    <a:cubicBezTo>
                      <a:pt x="4" y="94"/>
                      <a:pt x="3" y="94"/>
                      <a:pt x="2" y="94"/>
                    </a:cubicBezTo>
                    <a:cubicBezTo>
                      <a:pt x="1" y="94"/>
                      <a:pt x="0" y="94"/>
                      <a:pt x="0" y="95"/>
                    </a:cubicBezTo>
                    <a:close/>
                    <a:moveTo>
                      <a:pt x="0" y="72"/>
                    </a:moveTo>
                    <a:cubicBezTo>
                      <a:pt x="0" y="81"/>
                      <a:pt x="0" y="81"/>
                      <a:pt x="0" y="81"/>
                    </a:cubicBezTo>
                    <a:cubicBezTo>
                      <a:pt x="0" y="83"/>
                      <a:pt x="1" y="83"/>
                      <a:pt x="2" y="83"/>
                    </a:cubicBezTo>
                    <a:cubicBezTo>
                      <a:pt x="3" y="83"/>
                      <a:pt x="4" y="83"/>
                      <a:pt x="4" y="81"/>
                    </a:cubicBezTo>
                    <a:cubicBezTo>
                      <a:pt x="4" y="72"/>
                      <a:pt x="4" y="72"/>
                      <a:pt x="4" y="72"/>
                    </a:cubicBezTo>
                    <a:cubicBezTo>
                      <a:pt x="4" y="71"/>
                      <a:pt x="3" y="70"/>
                      <a:pt x="2" y="70"/>
                    </a:cubicBezTo>
                    <a:cubicBezTo>
                      <a:pt x="1" y="70"/>
                      <a:pt x="0" y="71"/>
                      <a:pt x="0" y="72"/>
                    </a:cubicBezTo>
                    <a:close/>
                    <a:moveTo>
                      <a:pt x="0" y="49"/>
                    </a:moveTo>
                    <a:cubicBezTo>
                      <a:pt x="0" y="58"/>
                      <a:pt x="0" y="58"/>
                      <a:pt x="0" y="58"/>
                    </a:cubicBezTo>
                    <a:cubicBezTo>
                      <a:pt x="0" y="59"/>
                      <a:pt x="1" y="60"/>
                      <a:pt x="2" y="60"/>
                    </a:cubicBezTo>
                    <a:cubicBezTo>
                      <a:pt x="3" y="60"/>
                      <a:pt x="4" y="59"/>
                      <a:pt x="4" y="58"/>
                    </a:cubicBezTo>
                    <a:cubicBezTo>
                      <a:pt x="4" y="49"/>
                      <a:pt x="4" y="49"/>
                      <a:pt x="4" y="49"/>
                    </a:cubicBezTo>
                    <a:cubicBezTo>
                      <a:pt x="4" y="48"/>
                      <a:pt x="3" y="47"/>
                      <a:pt x="2" y="47"/>
                    </a:cubicBezTo>
                    <a:cubicBezTo>
                      <a:pt x="1" y="47"/>
                      <a:pt x="0" y="48"/>
                      <a:pt x="0" y="49"/>
                    </a:cubicBezTo>
                    <a:close/>
                    <a:moveTo>
                      <a:pt x="0" y="25"/>
                    </a:moveTo>
                    <a:cubicBezTo>
                      <a:pt x="0" y="35"/>
                      <a:pt x="0" y="35"/>
                      <a:pt x="0" y="35"/>
                    </a:cubicBezTo>
                    <a:cubicBezTo>
                      <a:pt x="0" y="36"/>
                      <a:pt x="1" y="37"/>
                      <a:pt x="2" y="37"/>
                    </a:cubicBezTo>
                    <a:cubicBezTo>
                      <a:pt x="3" y="37"/>
                      <a:pt x="4" y="36"/>
                      <a:pt x="4" y="35"/>
                    </a:cubicBezTo>
                    <a:cubicBezTo>
                      <a:pt x="4" y="25"/>
                      <a:pt x="4" y="25"/>
                      <a:pt x="4" y="25"/>
                    </a:cubicBezTo>
                    <a:cubicBezTo>
                      <a:pt x="4" y="24"/>
                      <a:pt x="3" y="24"/>
                      <a:pt x="2" y="24"/>
                    </a:cubicBezTo>
                    <a:cubicBezTo>
                      <a:pt x="1" y="24"/>
                      <a:pt x="0" y="24"/>
                      <a:pt x="0" y="25"/>
                    </a:cubicBezTo>
                    <a:close/>
                    <a:moveTo>
                      <a:pt x="0" y="2"/>
                    </a:moveTo>
                    <a:cubicBezTo>
                      <a:pt x="0" y="11"/>
                      <a:pt x="0" y="11"/>
                      <a:pt x="0" y="11"/>
                    </a:cubicBezTo>
                    <a:cubicBezTo>
                      <a:pt x="0" y="13"/>
                      <a:pt x="1" y="13"/>
                      <a:pt x="2" y="13"/>
                    </a:cubicBezTo>
                    <a:cubicBezTo>
                      <a:pt x="3" y="13"/>
                      <a:pt x="4" y="13"/>
                      <a:pt x="4" y="11"/>
                    </a:cubicBezTo>
                    <a:cubicBezTo>
                      <a:pt x="4" y="2"/>
                      <a:pt x="4" y="2"/>
                      <a:pt x="4" y="2"/>
                    </a:cubicBezTo>
                    <a:cubicBezTo>
                      <a:pt x="4" y="1"/>
                      <a:pt x="3" y="0"/>
                      <a:pt x="2" y="0"/>
                    </a:cubicBezTo>
                    <a:cubicBezTo>
                      <a:pt x="1" y="0"/>
                      <a:pt x="0" y="1"/>
                      <a:pt x="0" y="2"/>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0" name="Google Shape;230;p1"/>
              <p:cNvSpPr/>
              <p:nvPr/>
            </p:nvSpPr>
            <p:spPr>
              <a:xfrm>
                <a:off x="5729040" y="2326320"/>
                <a:ext cx="93240" cy="93240"/>
              </a:xfrm>
              <a:prstGeom prst="rect">
                <a:avLst/>
              </a:prstGeom>
              <a:solidFill>
                <a:schemeClr val="lt1"/>
              </a:solidFill>
              <a:ln cap="flat" cmpd="sng" w="9525">
                <a:solidFill>
                  <a:srgbClr val="325D7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1" name="Google Shape;231;p1"/>
              <p:cNvSpPr/>
              <p:nvPr/>
            </p:nvSpPr>
            <p:spPr>
              <a:xfrm>
                <a:off x="6889320" y="2326320"/>
                <a:ext cx="90720" cy="93240"/>
              </a:xfrm>
              <a:prstGeom prst="rect">
                <a:avLst/>
              </a:prstGeom>
              <a:solidFill>
                <a:schemeClr val="lt1"/>
              </a:solidFill>
              <a:ln cap="flat" cmpd="sng" w="9525">
                <a:solidFill>
                  <a:srgbClr val="325D7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2" name="Google Shape;232;p1"/>
              <p:cNvSpPr/>
              <p:nvPr/>
            </p:nvSpPr>
            <p:spPr>
              <a:xfrm>
                <a:off x="5729040" y="3385440"/>
                <a:ext cx="93240" cy="93240"/>
              </a:xfrm>
              <a:prstGeom prst="rect">
                <a:avLst/>
              </a:prstGeom>
              <a:solidFill>
                <a:schemeClr val="lt1"/>
              </a:solidFill>
              <a:ln cap="flat" cmpd="sng" w="9525">
                <a:solidFill>
                  <a:srgbClr val="325D7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3" name="Google Shape;233;p1"/>
              <p:cNvSpPr/>
              <p:nvPr/>
            </p:nvSpPr>
            <p:spPr>
              <a:xfrm>
                <a:off x="6335280" y="2820960"/>
                <a:ext cx="556560" cy="556560"/>
              </a:xfrm>
              <a:prstGeom prst="ellipse">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4" name="Google Shape;234;p1"/>
              <p:cNvSpPr/>
              <p:nvPr/>
            </p:nvSpPr>
            <p:spPr>
              <a:xfrm>
                <a:off x="5822280" y="3495600"/>
                <a:ext cx="232920" cy="140400"/>
              </a:xfrm>
              <a:custGeom>
                <a:rect b="b" l="l" r="r" t="t"/>
                <a:pathLst>
                  <a:path extrusionOk="0" h="160" w="265">
                    <a:moveTo>
                      <a:pt x="116" y="160"/>
                    </a:moveTo>
                    <a:lnTo>
                      <a:pt x="265" y="0"/>
                    </a:lnTo>
                    <a:lnTo>
                      <a:pt x="0" y="107"/>
                    </a:lnTo>
                    <a:lnTo>
                      <a:pt x="116" y="16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5" name="Google Shape;235;p1"/>
              <p:cNvSpPr/>
              <p:nvPr/>
            </p:nvSpPr>
            <p:spPr>
              <a:xfrm>
                <a:off x="5924520" y="3495600"/>
                <a:ext cx="130680" cy="239040"/>
              </a:xfrm>
              <a:custGeom>
                <a:rect b="b" l="l" r="r" t="t"/>
                <a:pathLst>
                  <a:path extrusionOk="0" h="272" w="149">
                    <a:moveTo>
                      <a:pt x="0" y="160"/>
                    </a:moveTo>
                    <a:lnTo>
                      <a:pt x="149" y="0"/>
                    </a:lnTo>
                    <a:lnTo>
                      <a:pt x="60" y="272"/>
                    </a:lnTo>
                    <a:lnTo>
                      <a:pt x="0" y="16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236" name="Google Shape;236;p1"/>
            <p:cNvSpPr/>
            <p:nvPr/>
          </p:nvSpPr>
          <p:spPr>
            <a:xfrm>
              <a:off x="7909920" y="1820160"/>
              <a:ext cx="408600" cy="409680"/>
            </a:xfrm>
            <a:custGeom>
              <a:rect b="b" l="l" r="r" t="t"/>
              <a:pathLst>
                <a:path extrusionOk="0" h="572" w="571">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37" name="Google Shape;237;p1"/>
            <p:cNvGrpSpPr/>
            <p:nvPr/>
          </p:nvGrpSpPr>
          <p:grpSpPr>
            <a:xfrm>
              <a:off x="7780680" y="3172320"/>
              <a:ext cx="667080" cy="1197720"/>
              <a:chOff x="7780680" y="3172320"/>
              <a:chExt cx="667080" cy="1197720"/>
            </a:xfrm>
          </p:grpSpPr>
          <p:sp>
            <p:nvSpPr>
              <p:cNvPr id="238" name="Google Shape;238;p1"/>
              <p:cNvSpPr/>
              <p:nvPr/>
            </p:nvSpPr>
            <p:spPr>
              <a:xfrm>
                <a:off x="7780680" y="3172320"/>
                <a:ext cx="667080" cy="985320"/>
              </a:xfrm>
              <a:custGeom>
                <a:rect b="b" l="l" r="r" t="t"/>
                <a:pathLst>
                  <a:path extrusionOk="0" h="464" w="314">
                    <a:moveTo>
                      <a:pt x="290" y="266"/>
                    </a:moveTo>
                    <a:cubicBezTo>
                      <a:pt x="266" y="253"/>
                      <a:pt x="233" y="303"/>
                      <a:pt x="218" y="276"/>
                    </a:cubicBezTo>
                    <a:cubicBezTo>
                      <a:pt x="204" y="249"/>
                      <a:pt x="274" y="180"/>
                      <a:pt x="282" y="142"/>
                    </a:cubicBezTo>
                    <a:cubicBezTo>
                      <a:pt x="290" y="105"/>
                      <a:pt x="272" y="80"/>
                      <a:pt x="242" y="92"/>
                    </a:cubicBezTo>
                    <a:cubicBezTo>
                      <a:pt x="211" y="105"/>
                      <a:pt x="194" y="107"/>
                      <a:pt x="197" y="82"/>
                    </a:cubicBezTo>
                    <a:cubicBezTo>
                      <a:pt x="204" y="34"/>
                      <a:pt x="182" y="0"/>
                      <a:pt x="157" y="0"/>
                    </a:cubicBezTo>
                    <a:cubicBezTo>
                      <a:pt x="132" y="0"/>
                      <a:pt x="109" y="34"/>
                      <a:pt x="116" y="82"/>
                    </a:cubicBezTo>
                    <a:cubicBezTo>
                      <a:pt x="120" y="107"/>
                      <a:pt x="103" y="105"/>
                      <a:pt x="72" y="92"/>
                    </a:cubicBezTo>
                    <a:cubicBezTo>
                      <a:pt x="41" y="80"/>
                      <a:pt x="24" y="105"/>
                      <a:pt x="32" y="142"/>
                    </a:cubicBezTo>
                    <a:cubicBezTo>
                      <a:pt x="39" y="180"/>
                      <a:pt x="110" y="249"/>
                      <a:pt x="95" y="276"/>
                    </a:cubicBezTo>
                    <a:cubicBezTo>
                      <a:pt x="81" y="303"/>
                      <a:pt x="48" y="253"/>
                      <a:pt x="24" y="266"/>
                    </a:cubicBezTo>
                    <a:cubicBezTo>
                      <a:pt x="0" y="279"/>
                      <a:pt x="7" y="329"/>
                      <a:pt x="31" y="360"/>
                    </a:cubicBezTo>
                    <a:cubicBezTo>
                      <a:pt x="55" y="391"/>
                      <a:pt x="157" y="464"/>
                      <a:pt x="157" y="464"/>
                    </a:cubicBezTo>
                    <a:cubicBezTo>
                      <a:pt x="157" y="464"/>
                      <a:pt x="259" y="391"/>
                      <a:pt x="283" y="360"/>
                    </a:cubicBezTo>
                    <a:cubicBezTo>
                      <a:pt x="307" y="329"/>
                      <a:pt x="314" y="279"/>
                      <a:pt x="290" y="266"/>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cxnSp>
            <p:nvCxnSpPr>
              <p:cNvPr id="239" name="Google Shape;239;p1"/>
              <p:cNvCxnSpPr/>
              <p:nvPr/>
            </p:nvCxnSpPr>
            <p:spPr>
              <a:xfrm flipH="1" rot="10800000">
                <a:off x="8114040" y="3252600"/>
                <a:ext cx="360" cy="1117440"/>
              </a:xfrm>
              <a:prstGeom prst="straightConnector1">
                <a:avLst/>
              </a:prstGeom>
              <a:noFill/>
              <a:ln cap="flat" cmpd="sng" w="9525">
                <a:solidFill>
                  <a:srgbClr val="325D79"/>
                </a:solidFill>
                <a:prstDash val="solid"/>
                <a:miter lim="8000"/>
                <a:headEnd len="sm" w="sm" type="none"/>
                <a:tailEnd len="sm" w="sm" type="none"/>
              </a:ln>
            </p:spPr>
          </p:cxnSp>
          <p:sp>
            <p:nvSpPr>
              <p:cNvPr id="240" name="Google Shape;240;p1"/>
              <p:cNvSpPr/>
              <p:nvPr/>
            </p:nvSpPr>
            <p:spPr>
              <a:xfrm>
                <a:off x="7961400" y="3441240"/>
                <a:ext cx="305640" cy="191160"/>
              </a:xfrm>
              <a:custGeom>
                <a:rect b="b" l="l" r="r" t="t"/>
                <a:pathLst>
                  <a:path extrusionOk="0" h="214" w="342">
                    <a:moveTo>
                      <a:pt x="342" y="0"/>
                    </a:moveTo>
                    <a:lnTo>
                      <a:pt x="171" y="214"/>
                    </a:lnTo>
                    <a:lnTo>
                      <a:pt x="0" y="0"/>
                    </a:lnTo>
                  </a:path>
                </a:pathLst>
              </a:custGeom>
              <a:noFill/>
              <a:ln cap="flat" cmpd="sng" w="9525">
                <a:solidFill>
                  <a:srgbClr val="325D79"/>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41" name="Google Shape;241;p1"/>
              <p:cNvSpPr/>
              <p:nvPr/>
            </p:nvSpPr>
            <p:spPr>
              <a:xfrm>
                <a:off x="7897680" y="3838680"/>
                <a:ext cx="432720" cy="208080"/>
              </a:xfrm>
              <a:custGeom>
                <a:rect b="b" l="l" r="r" t="t"/>
                <a:pathLst>
                  <a:path extrusionOk="0" h="233" w="484">
                    <a:moveTo>
                      <a:pt x="484" y="0"/>
                    </a:moveTo>
                    <a:lnTo>
                      <a:pt x="242" y="233"/>
                    </a:lnTo>
                    <a:lnTo>
                      <a:pt x="0" y="0"/>
                    </a:lnTo>
                  </a:path>
                </a:pathLst>
              </a:custGeom>
              <a:noFill/>
              <a:ln cap="flat" cmpd="sng" w="9525">
                <a:solidFill>
                  <a:srgbClr val="325D79"/>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242" name="Google Shape;242;p1"/>
            <p:cNvSpPr/>
            <p:nvPr/>
          </p:nvSpPr>
          <p:spPr>
            <a:xfrm>
              <a:off x="6066360" y="3591720"/>
              <a:ext cx="1240200" cy="778320"/>
            </a:xfrm>
            <a:custGeom>
              <a:rect b="b" l="l" r="r" t="t"/>
              <a:pathLst>
                <a:path extrusionOk="0" h="470" w="749">
                  <a:moveTo>
                    <a:pt x="0" y="470"/>
                  </a:moveTo>
                  <a:cubicBezTo>
                    <a:pt x="0" y="470"/>
                    <a:pt x="48" y="224"/>
                    <a:pt x="103" y="217"/>
                  </a:cubicBezTo>
                  <a:cubicBezTo>
                    <a:pt x="158" y="210"/>
                    <a:pt x="173" y="365"/>
                    <a:pt x="211" y="364"/>
                  </a:cubicBezTo>
                  <a:cubicBezTo>
                    <a:pt x="250" y="362"/>
                    <a:pt x="237" y="1"/>
                    <a:pt x="364" y="0"/>
                  </a:cubicBezTo>
                  <a:cubicBezTo>
                    <a:pt x="490" y="0"/>
                    <a:pt x="445" y="317"/>
                    <a:pt x="522" y="344"/>
                  </a:cubicBezTo>
                  <a:cubicBezTo>
                    <a:pt x="600" y="370"/>
                    <a:pt x="749" y="304"/>
                    <a:pt x="749" y="470"/>
                  </a:cubicBezTo>
                  <a:lnTo>
                    <a:pt x="0" y="47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43" name="Google Shape;243;p1"/>
            <p:cNvSpPr/>
            <p:nvPr/>
          </p:nvSpPr>
          <p:spPr>
            <a:xfrm>
              <a:off x="4588200" y="3960000"/>
              <a:ext cx="1590840" cy="409680"/>
            </a:xfrm>
            <a:custGeom>
              <a:rect b="b" l="l" r="r" t="t"/>
              <a:pathLst>
                <a:path extrusionOk="0" h="248" w="961">
                  <a:moveTo>
                    <a:pt x="961" y="248"/>
                  </a:moveTo>
                  <a:cubicBezTo>
                    <a:pt x="904" y="105"/>
                    <a:pt x="711" y="0"/>
                    <a:pt x="480" y="0"/>
                  </a:cubicBezTo>
                  <a:cubicBezTo>
                    <a:pt x="250" y="0"/>
                    <a:pt x="56" y="105"/>
                    <a:pt x="0" y="248"/>
                  </a:cubicBezTo>
                  <a:lnTo>
                    <a:pt x="961" y="24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44" name="Google Shape;244;p1"/>
            <p:cNvGrpSpPr/>
            <p:nvPr/>
          </p:nvGrpSpPr>
          <p:grpSpPr>
            <a:xfrm>
              <a:off x="7391160" y="1820160"/>
              <a:ext cx="893520" cy="1905120"/>
              <a:chOff x="7391160" y="1820160"/>
              <a:chExt cx="893520" cy="1905120"/>
            </a:xfrm>
          </p:grpSpPr>
          <p:sp>
            <p:nvSpPr>
              <p:cNvPr id="245" name="Google Shape;245;p1"/>
              <p:cNvSpPr/>
              <p:nvPr/>
            </p:nvSpPr>
            <p:spPr>
              <a:xfrm>
                <a:off x="7391160" y="2918160"/>
                <a:ext cx="366840" cy="807120"/>
              </a:xfrm>
              <a:custGeom>
                <a:rect b="b" l="l" r="r" t="t"/>
                <a:pathLst>
                  <a:path extrusionOk="0" h="262" w="119">
                    <a:moveTo>
                      <a:pt x="119" y="106"/>
                    </a:moveTo>
                    <a:cubicBezTo>
                      <a:pt x="119" y="106"/>
                      <a:pt x="77" y="157"/>
                      <a:pt x="79" y="250"/>
                    </a:cubicBezTo>
                    <a:cubicBezTo>
                      <a:pt x="79" y="257"/>
                      <a:pt x="74" y="262"/>
                      <a:pt x="68" y="262"/>
                    </a:cubicBezTo>
                    <a:cubicBezTo>
                      <a:pt x="68" y="262"/>
                      <a:pt x="68" y="262"/>
                      <a:pt x="68" y="262"/>
                    </a:cubicBezTo>
                    <a:cubicBezTo>
                      <a:pt x="63" y="262"/>
                      <a:pt x="59" y="260"/>
                      <a:pt x="57" y="256"/>
                    </a:cubicBezTo>
                    <a:cubicBezTo>
                      <a:pt x="50" y="240"/>
                      <a:pt x="30" y="199"/>
                      <a:pt x="17" y="157"/>
                    </a:cubicBezTo>
                    <a:cubicBezTo>
                      <a:pt x="0" y="105"/>
                      <a:pt x="93" y="0"/>
                      <a:pt x="93" y="0"/>
                    </a:cubicBezTo>
                    <a:lnTo>
                      <a:pt x="119" y="10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46" name="Google Shape;246;p1"/>
              <p:cNvSpPr/>
              <p:nvPr/>
            </p:nvSpPr>
            <p:spPr>
              <a:xfrm>
                <a:off x="7917840" y="2918160"/>
                <a:ext cx="366840" cy="807120"/>
              </a:xfrm>
              <a:custGeom>
                <a:rect b="b" l="l" r="r" t="t"/>
                <a:pathLst>
                  <a:path extrusionOk="0" h="262" w="119">
                    <a:moveTo>
                      <a:pt x="0" y="106"/>
                    </a:moveTo>
                    <a:cubicBezTo>
                      <a:pt x="0" y="106"/>
                      <a:pt x="43" y="157"/>
                      <a:pt x="40" y="250"/>
                    </a:cubicBezTo>
                    <a:cubicBezTo>
                      <a:pt x="40" y="257"/>
                      <a:pt x="45" y="262"/>
                      <a:pt x="52" y="262"/>
                    </a:cubicBezTo>
                    <a:cubicBezTo>
                      <a:pt x="52" y="262"/>
                      <a:pt x="52" y="262"/>
                      <a:pt x="52" y="262"/>
                    </a:cubicBezTo>
                    <a:cubicBezTo>
                      <a:pt x="56" y="262"/>
                      <a:pt x="60" y="260"/>
                      <a:pt x="62" y="256"/>
                    </a:cubicBezTo>
                    <a:cubicBezTo>
                      <a:pt x="69" y="240"/>
                      <a:pt x="89" y="199"/>
                      <a:pt x="102" y="157"/>
                    </a:cubicBezTo>
                    <a:cubicBezTo>
                      <a:pt x="119" y="105"/>
                      <a:pt x="26" y="0"/>
                      <a:pt x="26" y="0"/>
                    </a:cubicBezTo>
                    <a:lnTo>
                      <a:pt x="0" y="10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47" name="Google Shape;247;p1"/>
              <p:cNvSpPr/>
              <p:nvPr/>
            </p:nvSpPr>
            <p:spPr>
              <a:xfrm>
                <a:off x="7619400" y="1820160"/>
                <a:ext cx="437040" cy="1535040"/>
              </a:xfrm>
              <a:custGeom>
                <a:rect b="b" l="l" r="r" t="t"/>
                <a:pathLst>
                  <a:path extrusionOk="0" h="498" w="142">
                    <a:moveTo>
                      <a:pt x="78" y="6"/>
                    </a:moveTo>
                    <a:cubicBezTo>
                      <a:pt x="75" y="0"/>
                      <a:pt x="67" y="0"/>
                      <a:pt x="64" y="6"/>
                    </a:cubicBezTo>
                    <a:cubicBezTo>
                      <a:pt x="46" y="43"/>
                      <a:pt x="0" y="147"/>
                      <a:pt x="0" y="236"/>
                    </a:cubicBezTo>
                    <a:cubicBezTo>
                      <a:pt x="0" y="347"/>
                      <a:pt x="43" y="492"/>
                      <a:pt x="43" y="492"/>
                    </a:cubicBezTo>
                    <a:cubicBezTo>
                      <a:pt x="61" y="498"/>
                      <a:pt x="81" y="498"/>
                      <a:pt x="99" y="492"/>
                    </a:cubicBezTo>
                    <a:cubicBezTo>
                      <a:pt x="99" y="492"/>
                      <a:pt x="142" y="347"/>
                      <a:pt x="142" y="236"/>
                    </a:cubicBezTo>
                    <a:cubicBezTo>
                      <a:pt x="142" y="147"/>
                      <a:pt x="96" y="43"/>
                      <a:pt x="78" y="6"/>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48" name="Google Shape;248;p1"/>
              <p:cNvSpPr/>
              <p:nvPr/>
            </p:nvSpPr>
            <p:spPr>
              <a:xfrm>
                <a:off x="7736400" y="3275280"/>
                <a:ext cx="205920" cy="80280"/>
              </a:xfrm>
              <a:custGeom>
                <a:rect b="b" l="l" r="r" t="t"/>
                <a:pathLst>
                  <a:path extrusionOk="0" h="26" w="67">
                    <a:moveTo>
                      <a:pt x="0" y="0"/>
                    </a:moveTo>
                    <a:cubicBezTo>
                      <a:pt x="3" y="13"/>
                      <a:pt x="5" y="20"/>
                      <a:pt x="5" y="20"/>
                    </a:cubicBezTo>
                    <a:cubicBezTo>
                      <a:pt x="23" y="26"/>
                      <a:pt x="43" y="26"/>
                      <a:pt x="61" y="20"/>
                    </a:cubicBezTo>
                    <a:cubicBezTo>
                      <a:pt x="61" y="20"/>
                      <a:pt x="63" y="13"/>
                      <a:pt x="67" y="0"/>
                    </a:cubicBezTo>
                    <a:cubicBezTo>
                      <a:pt x="45" y="5"/>
                      <a:pt x="22" y="5"/>
                      <a:pt x="0" y="0"/>
                    </a:cubicBezTo>
                    <a:close/>
                  </a:path>
                </a:pathLst>
              </a:custGeom>
              <a:solidFill>
                <a:schemeClr val="dk1"/>
              </a:solidFill>
              <a:ln>
                <a:noFill/>
              </a:ln>
            </p:spPr>
            <p:txBody>
              <a:bodyPr anchorCtr="0" anchor="t" bIns="40300" lIns="91425" spcFirstLastPara="1" rIns="91425" wrap="square" tIns="403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49" name="Google Shape;249;p1"/>
              <p:cNvSpPr/>
              <p:nvPr/>
            </p:nvSpPr>
            <p:spPr>
              <a:xfrm>
                <a:off x="7675200" y="1820160"/>
                <a:ext cx="325440" cy="391680"/>
              </a:xfrm>
              <a:custGeom>
                <a:rect b="b" l="l" r="r" t="t"/>
                <a:pathLst>
                  <a:path extrusionOk="0" h="127" w="106">
                    <a:moveTo>
                      <a:pt x="106" y="127"/>
                    </a:moveTo>
                    <a:cubicBezTo>
                      <a:pt x="92" y="74"/>
                      <a:pt x="71" y="28"/>
                      <a:pt x="60" y="6"/>
                    </a:cubicBezTo>
                    <a:cubicBezTo>
                      <a:pt x="57" y="0"/>
                      <a:pt x="49" y="0"/>
                      <a:pt x="46" y="6"/>
                    </a:cubicBezTo>
                    <a:cubicBezTo>
                      <a:pt x="35" y="28"/>
                      <a:pt x="15" y="74"/>
                      <a:pt x="0" y="127"/>
                    </a:cubicBezTo>
                    <a:cubicBezTo>
                      <a:pt x="35" y="125"/>
                      <a:pt x="71" y="125"/>
                      <a:pt x="106" y="1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0" name="Google Shape;250;p1"/>
              <p:cNvSpPr/>
              <p:nvPr/>
            </p:nvSpPr>
            <p:spPr>
              <a:xfrm>
                <a:off x="7760880" y="2405520"/>
                <a:ext cx="163080" cy="163080"/>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1" name="Google Shape;251;p1"/>
              <p:cNvSpPr/>
              <p:nvPr/>
            </p:nvSpPr>
            <p:spPr>
              <a:xfrm>
                <a:off x="7776360" y="2665080"/>
                <a:ext cx="132120" cy="132120"/>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2" name="Google Shape;252;p1"/>
              <p:cNvSpPr/>
              <p:nvPr/>
            </p:nvSpPr>
            <p:spPr>
              <a:xfrm>
                <a:off x="7785720" y="2893680"/>
                <a:ext cx="114120" cy="112320"/>
              </a:xfrm>
              <a:prstGeom prst="ellipse">
                <a:avLst/>
              </a:prstGeom>
              <a:solidFill>
                <a:schemeClr val="lt1"/>
              </a:solidFill>
              <a:ln>
                <a:noFill/>
              </a:ln>
            </p:spPr>
            <p:txBody>
              <a:bodyPr anchorCtr="0" anchor="t" bIns="39950" lIns="91425" spcFirstLastPara="1" rIns="91425" wrap="square" tIns="39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cxnSp>
          <p:nvCxnSpPr>
            <p:cNvPr id="253" name="Google Shape;253;p1"/>
            <p:cNvCxnSpPr/>
            <p:nvPr/>
          </p:nvCxnSpPr>
          <p:spPr>
            <a:xfrm>
              <a:off x="3961800" y="4370040"/>
              <a:ext cx="4816080" cy="360"/>
            </a:xfrm>
            <a:prstGeom prst="straightConnector1">
              <a:avLst/>
            </a:prstGeom>
            <a:noFill/>
            <a:ln cap="flat" cmpd="sng" w="9525">
              <a:solidFill>
                <a:srgbClr val="FFFEF4"/>
              </a:solidFill>
              <a:prstDash val="solid"/>
              <a:round/>
              <a:headEnd len="sm" w="sm" type="none"/>
              <a:tailEnd len="sm" w="sm" type="none"/>
            </a:ln>
          </p:spPr>
        </p:cxnSp>
        <p:sp>
          <p:nvSpPr>
            <p:cNvPr id="254" name="Google Shape;254;p1"/>
            <p:cNvSpPr/>
            <p:nvPr/>
          </p:nvSpPr>
          <p:spPr>
            <a:xfrm>
              <a:off x="7023600" y="1325160"/>
              <a:ext cx="709920" cy="322200"/>
            </a:xfrm>
            <a:custGeom>
              <a:rect b="b" l="l" r="r" t="t"/>
              <a:pathLst>
                <a:path extrusionOk="0" h="439" w="968">
                  <a:moveTo>
                    <a:pt x="882" y="266"/>
                  </a:moveTo>
                  <a:cubicBezTo>
                    <a:pt x="847" y="266"/>
                    <a:pt x="847" y="266"/>
                    <a:pt x="847" y="266"/>
                  </a:cubicBezTo>
                  <a:cubicBezTo>
                    <a:pt x="847" y="119"/>
                    <a:pt x="727" y="0"/>
                    <a:pt x="580" y="0"/>
                  </a:cubicBezTo>
                  <a:cubicBezTo>
                    <a:pt x="472" y="0"/>
                    <a:pt x="379" y="65"/>
                    <a:pt x="337" y="158"/>
                  </a:cubicBezTo>
                  <a:cubicBezTo>
                    <a:pt x="319" y="147"/>
                    <a:pt x="297" y="141"/>
                    <a:pt x="274" y="141"/>
                  </a:cubicBezTo>
                  <a:cubicBezTo>
                    <a:pt x="205" y="141"/>
                    <a:pt x="149" y="197"/>
                    <a:pt x="149" y="266"/>
                  </a:cubicBezTo>
                  <a:cubicBezTo>
                    <a:pt x="86" y="266"/>
                    <a:pt x="86" y="266"/>
                    <a:pt x="86" y="266"/>
                  </a:cubicBezTo>
                  <a:cubicBezTo>
                    <a:pt x="39" y="266"/>
                    <a:pt x="0" y="305"/>
                    <a:pt x="0" y="353"/>
                  </a:cubicBezTo>
                  <a:cubicBezTo>
                    <a:pt x="0" y="401"/>
                    <a:pt x="39" y="439"/>
                    <a:pt x="86" y="439"/>
                  </a:cubicBezTo>
                  <a:cubicBezTo>
                    <a:pt x="882" y="439"/>
                    <a:pt x="882" y="439"/>
                    <a:pt x="882" y="439"/>
                  </a:cubicBezTo>
                  <a:cubicBezTo>
                    <a:pt x="929" y="439"/>
                    <a:pt x="968" y="401"/>
                    <a:pt x="968" y="353"/>
                  </a:cubicBezTo>
                  <a:cubicBezTo>
                    <a:pt x="968" y="305"/>
                    <a:pt x="929" y="266"/>
                    <a:pt x="882" y="26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5" name="Google Shape;255;p1"/>
            <p:cNvSpPr/>
            <p:nvPr/>
          </p:nvSpPr>
          <p:spPr>
            <a:xfrm>
              <a:off x="5639760" y="1678320"/>
              <a:ext cx="549360" cy="249480"/>
            </a:xfrm>
            <a:custGeom>
              <a:rect b="b" l="l" r="r" t="t"/>
              <a:pathLst>
                <a:path extrusionOk="0" h="340" w="749">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256" name="Google Shape;256;p1"/>
            <p:cNvGrpSpPr/>
            <p:nvPr/>
          </p:nvGrpSpPr>
          <p:grpSpPr>
            <a:xfrm>
              <a:off x="4187520" y="3559680"/>
              <a:ext cx="572760" cy="803520"/>
              <a:chOff x="4187520" y="3559680"/>
              <a:chExt cx="572760" cy="803520"/>
            </a:xfrm>
          </p:grpSpPr>
          <p:grpSp>
            <p:nvGrpSpPr>
              <p:cNvPr id="257" name="Google Shape;257;p1"/>
              <p:cNvGrpSpPr/>
              <p:nvPr/>
            </p:nvGrpSpPr>
            <p:grpSpPr>
              <a:xfrm>
                <a:off x="4187520" y="3559680"/>
                <a:ext cx="572760" cy="467280"/>
                <a:chOff x="4187520" y="3559680"/>
                <a:chExt cx="572760" cy="467280"/>
              </a:xfrm>
            </p:grpSpPr>
            <p:sp>
              <p:nvSpPr>
                <p:cNvPr id="258" name="Google Shape;258;p1"/>
                <p:cNvSpPr/>
                <p:nvPr/>
              </p:nvSpPr>
              <p:spPr>
                <a:xfrm>
                  <a:off x="4362120" y="3559680"/>
                  <a:ext cx="302760" cy="84600"/>
                </a:xfrm>
                <a:custGeom>
                  <a:rect b="b" l="l" r="r" t="t"/>
                  <a:pathLst>
                    <a:path extrusionOk="0" h="74" w="264">
                      <a:moveTo>
                        <a:pt x="183" y="0"/>
                      </a:moveTo>
                      <a:cubicBezTo>
                        <a:pt x="73" y="0"/>
                        <a:pt x="73" y="0"/>
                        <a:pt x="73" y="0"/>
                      </a:cubicBezTo>
                      <a:cubicBezTo>
                        <a:pt x="63" y="0"/>
                        <a:pt x="53" y="5"/>
                        <a:pt x="47" y="13"/>
                      </a:cubicBezTo>
                      <a:cubicBezTo>
                        <a:pt x="0" y="74"/>
                        <a:pt x="0" y="74"/>
                        <a:pt x="0" y="74"/>
                      </a:cubicBezTo>
                      <a:cubicBezTo>
                        <a:pt x="264" y="74"/>
                        <a:pt x="264" y="74"/>
                        <a:pt x="264" y="74"/>
                      </a:cubicBezTo>
                      <a:cubicBezTo>
                        <a:pt x="222" y="19"/>
                        <a:pt x="222" y="19"/>
                        <a:pt x="222" y="19"/>
                      </a:cubicBezTo>
                      <a:cubicBezTo>
                        <a:pt x="213" y="7"/>
                        <a:pt x="198" y="0"/>
                        <a:pt x="183" y="0"/>
                      </a:cubicBezTo>
                      <a:close/>
                    </a:path>
                  </a:pathLst>
                </a:custGeom>
                <a:solidFill>
                  <a:schemeClr val="dk1"/>
                </a:solidFill>
                <a:ln>
                  <a:noFill/>
                </a:ln>
              </p:spPr>
              <p:txBody>
                <a:bodyPr anchorCtr="0" anchor="t"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9" name="Google Shape;259;p1"/>
                <p:cNvSpPr/>
                <p:nvPr/>
              </p:nvSpPr>
              <p:spPr>
                <a:xfrm>
                  <a:off x="4404600" y="3559680"/>
                  <a:ext cx="260280" cy="84600"/>
                </a:xfrm>
                <a:custGeom>
                  <a:rect b="b" l="l" r="r" t="t"/>
                  <a:pathLst>
                    <a:path extrusionOk="0" h="74" w="227">
                      <a:moveTo>
                        <a:pt x="154" y="0"/>
                      </a:moveTo>
                      <a:cubicBezTo>
                        <a:pt x="73" y="0"/>
                        <a:pt x="73" y="0"/>
                        <a:pt x="73" y="0"/>
                      </a:cubicBezTo>
                      <a:cubicBezTo>
                        <a:pt x="63" y="0"/>
                        <a:pt x="53" y="5"/>
                        <a:pt x="47" y="13"/>
                      </a:cubicBezTo>
                      <a:cubicBezTo>
                        <a:pt x="0" y="74"/>
                        <a:pt x="0" y="74"/>
                        <a:pt x="0" y="74"/>
                      </a:cubicBezTo>
                      <a:cubicBezTo>
                        <a:pt x="227" y="74"/>
                        <a:pt x="227" y="74"/>
                        <a:pt x="227" y="74"/>
                      </a:cubicBezTo>
                      <a:cubicBezTo>
                        <a:pt x="180" y="13"/>
                        <a:pt x="180" y="13"/>
                        <a:pt x="180" y="13"/>
                      </a:cubicBezTo>
                      <a:cubicBezTo>
                        <a:pt x="174" y="5"/>
                        <a:pt x="164" y="0"/>
                        <a:pt x="154" y="0"/>
                      </a:cubicBezTo>
                      <a:close/>
                    </a:path>
                  </a:pathLst>
                </a:custGeom>
                <a:solidFill>
                  <a:schemeClr val="dk1"/>
                </a:solidFill>
                <a:ln>
                  <a:noFill/>
                </a:ln>
              </p:spPr>
              <p:txBody>
                <a:bodyPr anchorCtr="0" anchor="t" bIns="42475" lIns="91425" spcFirstLastPara="1" rIns="91425" wrap="square" tIns="42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0" name="Google Shape;260;p1"/>
                <p:cNvSpPr/>
                <p:nvPr/>
              </p:nvSpPr>
              <p:spPr>
                <a:xfrm>
                  <a:off x="4187520" y="3633120"/>
                  <a:ext cx="572760" cy="393840"/>
                </a:xfrm>
                <a:custGeom>
                  <a:rect b="b" l="l" r="r" t="t"/>
                  <a:pathLst>
                    <a:path extrusionOk="0" h="343" w="499">
                      <a:moveTo>
                        <a:pt x="485" y="343"/>
                      </a:moveTo>
                      <a:cubicBezTo>
                        <a:pt x="14" y="343"/>
                        <a:pt x="14" y="343"/>
                        <a:pt x="14" y="343"/>
                      </a:cubicBezTo>
                      <a:cubicBezTo>
                        <a:pt x="7" y="343"/>
                        <a:pt x="0" y="337"/>
                        <a:pt x="0" y="330"/>
                      </a:cubicBezTo>
                      <a:cubicBezTo>
                        <a:pt x="0" y="13"/>
                        <a:pt x="0" y="13"/>
                        <a:pt x="0" y="13"/>
                      </a:cubicBezTo>
                      <a:cubicBezTo>
                        <a:pt x="0" y="6"/>
                        <a:pt x="7" y="0"/>
                        <a:pt x="14" y="0"/>
                      </a:cubicBezTo>
                      <a:cubicBezTo>
                        <a:pt x="485" y="0"/>
                        <a:pt x="485" y="0"/>
                        <a:pt x="485" y="0"/>
                      </a:cubicBezTo>
                      <a:cubicBezTo>
                        <a:pt x="493" y="0"/>
                        <a:pt x="499" y="6"/>
                        <a:pt x="499" y="13"/>
                      </a:cubicBezTo>
                      <a:cubicBezTo>
                        <a:pt x="499" y="330"/>
                        <a:pt x="499" y="330"/>
                        <a:pt x="499" y="330"/>
                      </a:cubicBezTo>
                      <a:cubicBezTo>
                        <a:pt x="499" y="337"/>
                        <a:pt x="493" y="343"/>
                        <a:pt x="485" y="34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1" name="Google Shape;261;p1"/>
                <p:cNvSpPr/>
                <p:nvPr/>
              </p:nvSpPr>
              <p:spPr>
                <a:xfrm>
                  <a:off x="4187520" y="3633120"/>
                  <a:ext cx="121680" cy="393840"/>
                </a:xfrm>
                <a:custGeom>
                  <a:rect b="b" l="l" r="r" t="t"/>
                  <a:pathLst>
                    <a:path extrusionOk="0" h="343" w="106">
                      <a:moveTo>
                        <a:pt x="106" y="343"/>
                      </a:moveTo>
                      <a:cubicBezTo>
                        <a:pt x="14" y="343"/>
                        <a:pt x="14" y="343"/>
                        <a:pt x="14" y="343"/>
                      </a:cubicBezTo>
                      <a:cubicBezTo>
                        <a:pt x="6" y="343"/>
                        <a:pt x="0" y="337"/>
                        <a:pt x="0" y="330"/>
                      </a:cubicBezTo>
                      <a:cubicBezTo>
                        <a:pt x="0" y="13"/>
                        <a:pt x="0" y="13"/>
                        <a:pt x="0" y="13"/>
                      </a:cubicBezTo>
                      <a:cubicBezTo>
                        <a:pt x="0" y="6"/>
                        <a:pt x="6" y="0"/>
                        <a:pt x="14" y="0"/>
                      </a:cubicBezTo>
                      <a:cubicBezTo>
                        <a:pt x="106" y="0"/>
                        <a:pt x="106" y="0"/>
                        <a:pt x="106" y="0"/>
                      </a:cubicBezTo>
                      <a:lnTo>
                        <a:pt x="106" y="34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2" name="Google Shape;262;p1"/>
                <p:cNvSpPr/>
                <p:nvPr/>
              </p:nvSpPr>
              <p:spPr>
                <a:xfrm>
                  <a:off x="4367880" y="3663000"/>
                  <a:ext cx="333720" cy="33372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3" name="Google Shape;263;p1"/>
                <p:cNvSpPr/>
                <p:nvPr/>
              </p:nvSpPr>
              <p:spPr>
                <a:xfrm>
                  <a:off x="4411440" y="3706560"/>
                  <a:ext cx="246600" cy="246600"/>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4" name="Google Shape;264;p1"/>
                <p:cNvSpPr/>
                <p:nvPr/>
              </p:nvSpPr>
              <p:spPr>
                <a:xfrm>
                  <a:off x="4426560" y="3721680"/>
                  <a:ext cx="216720" cy="21672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5" name="Google Shape;265;p1"/>
                <p:cNvSpPr/>
                <p:nvPr/>
              </p:nvSpPr>
              <p:spPr>
                <a:xfrm>
                  <a:off x="4591080" y="3798720"/>
                  <a:ext cx="22320" cy="23760"/>
                </a:xfrm>
                <a:prstGeom prst="ellipse">
                  <a:avLst/>
                </a:prstGeom>
                <a:solidFill>
                  <a:schemeClr val="lt1"/>
                </a:solidFill>
                <a:ln>
                  <a:noFill/>
                </a:ln>
              </p:spPr>
              <p:txBody>
                <a:bodyPr anchorCtr="0" anchor="t" bIns="8625" lIns="91425" spcFirstLastPara="1" rIns="91425" wrap="square" tIns="8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6" name="Google Shape;266;p1"/>
                <p:cNvSpPr/>
                <p:nvPr/>
              </p:nvSpPr>
              <p:spPr>
                <a:xfrm>
                  <a:off x="4552920" y="3752640"/>
                  <a:ext cx="42120" cy="41400"/>
                </a:xfrm>
                <a:prstGeom prst="ellipse">
                  <a:avLst/>
                </a:prstGeom>
                <a:solidFill>
                  <a:schemeClr val="lt1"/>
                </a:solidFill>
                <a:ln>
                  <a:noFill/>
                </a:ln>
              </p:spPr>
              <p:txBody>
                <a:bodyPr anchorCtr="0" anchor="t" bIns="14750" lIns="91425" spcFirstLastPara="1" rIns="91425" wrap="square" tIns="14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267" name="Google Shape;267;p1"/>
              <p:cNvGrpSpPr/>
              <p:nvPr/>
            </p:nvGrpSpPr>
            <p:grpSpPr>
              <a:xfrm>
                <a:off x="4218120" y="4011120"/>
                <a:ext cx="511560" cy="352080"/>
                <a:chOff x="4218120" y="4011120"/>
                <a:chExt cx="511560" cy="352080"/>
              </a:xfrm>
            </p:grpSpPr>
            <p:sp>
              <p:nvSpPr>
                <p:cNvPr id="268" name="Google Shape;268;p1"/>
                <p:cNvSpPr/>
                <p:nvPr/>
              </p:nvSpPr>
              <p:spPr>
                <a:xfrm>
                  <a:off x="4457880" y="4071600"/>
                  <a:ext cx="30600" cy="47880"/>
                </a:xfrm>
                <a:prstGeom prst="rect">
                  <a:avLst/>
                </a:prstGeom>
                <a:solidFill>
                  <a:schemeClr val="accent2"/>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9" name="Google Shape;269;p1"/>
                <p:cNvSpPr/>
                <p:nvPr/>
              </p:nvSpPr>
              <p:spPr>
                <a:xfrm>
                  <a:off x="4381200" y="4048200"/>
                  <a:ext cx="76680" cy="73440"/>
                </a:xfrm>
                <a:custGeom>
                  <a:rect b="b" l="l" r="r" t="t"/>
                  <a:pathLst>
                    <a:path extrusionOk="0" h="98" w="102">
                      <a:moveTo>
                        <a:pt x="38" y="98"/>
                      </a:moveTo>
                      <a:lnTo>
                        <a:pt x="0" y="98"/>
                      </a:lnTo>
                      <a:lnTo>
                        <a:pt x="64" y="0"/>
                      </a:lnTo>
                      <a:lnTo>
                        <a:pt x="102" y="0"/>
                      </a:lnTo>
                      <a:lnTo>
                        <a:pt x="38" y="98"/>
                      </a:lnTo>
                      <a:close/>
                    </a:path>
                  </a:pathLst>
                </a:custGeom>
                <a:solidFill>
                  <a:schemeClr val="accent2"/>
                </a:solidFill>
                <a:ln>
                  <a:noFill/>
                </a:ln>
              </p:spPr>
              <p:txBody>
                <a:bodyPr anchorCtr="0" anchor="t" bIns="36700" lIns="91425" spcFirstLastPara="1" rIns="91425" wrap="square" tIns="36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0" name="Google Shape;270;p1"/>
                <p:cNvSpPr/>
                <p:nvPr/>
              </p:nvSpPr>
              <p:spPr>
                <a:xfrm>
                  <a:off x="4490280" y="4048200"/>
                  <a:ext cx="74880" cy="73440"/>
                </a:xfrm>
                <a:custGeom>
                  <a:rect b="b" l="l" r="r" t="t"/>
                  <a:pathLst>
                    <a:path extrusionOk="0" h="98" w="100">
                      <a:moveTo>
                        <a:pt x="64" y="98"/>
                      </a:moveTo>
                      <a:lnTo>
                        <a:pt x="100" y="98"/>
                      </a:lnTo>
                      <a:lnTo>
                        <a:pt x="36" y="0"/>
                      </a:lnTo>
                      <a:lnTo>
                        <a:pt x="0" y="0"/>
                      </a:lnTo>
                      <a:lnTo>
                        <a:pt x="64" y="98"/>
                      </a:lnTo>
                      <a:close/>
                    </a:path>
                  </a:pathLst>
                </a:custGeom>
                <a:solidFill>
                  <a:schemeClr val="accent2"/>
                </a:solidFill>
                <a:ln>
                  <a:noFill/>
                </a:ln>
              </p:spPr>
              <p:txBody>
                <a:bodyPr anchorCtr="0" anchor="t" bIns="36700" lIns="91425" spcFirstLastPara="1" rIns="91425" wrap="square" tIns="36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1" name="Google Shape;271;p1"/>
                <p:cNvSpPr/>
                <p:nvPr/>
              </p:nvSpPr>
              <p:spPr>
                <a:xfrm>
                  <a:off x="4427640" y="4011120"/>
                  <a:ext cx="90720" cy="67680"/>
                </a:xfrm>
                <a:custGeom>
                  <a:rect b="b" l="l" r="r" t="t"/>
                  <a:pathLst>
                    <a:path extrusionOk="0" h="38" w="51">
                      <a:moveTo>
                        <a:pt x="33" y="38"/>
                      </a:moveTo>
                      <a:cubicBezTo>
                        <a:pt x="19" y="38"/>
                        <a:pt x="19" y="38"/>
                        <a:pt x="19" y="38"/>
                      </a:cubicBezTo>
                      <a:cubicBezTo>
                        <a:pt x="8" y="38"/>
                        <a:pt x="0" y="30"/>
                        <a:pt x="0" y="20"/>
                      </a:cubicBezTo>
                      <a:cubicBezTo>
                        <a:pt x="0" y="0"/>
                        <a:pt x="0" y="0"/>
                        <a:pt x="0" y="0"/>
                      </a:cubicBezTo>
                      <a:cubicBezTo>
                        <a:pt x="51" y="0"/>
                        <a:pt x="51" y="0"/>
                        <a:pt x="51" y="0"/>
                      </a:cubicBezTo>
                      <a:cubicBezTo>
                        <a:pt x="51" y="20"/>
                        <a:pt x="51" y="20"/>
                        <a:pt x="51" y="20"/>
                      </a:cubicBezTo>
                      <a:cubicBezTo>
                        <a:pt x="51" y="30"/>
                        <a:pt x="43" y="38"/>
                        <a:pt x="33" y="38"/>
                      </a:cubicBezTo>
                      <a:close/>
                    </a:path>
                  </a:pathLst>
                </a:custGeom>
                <a:solidFill>
                  <a:schemeClr val="accent2"/>
                </a:solidFill>
                <a:ln>
                  <a:noFill/>
                </a:ln>
              </p:spPr>
              <p:txBody>
                <a:bodyPr anchorCtr="0" anchor="t" bIns="33825" lIns="91425" spcFirstLastPara="1" rIns="91425" wrap="square" tIns="33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2" name="Google Shape;272;p1"/>
                <p:cNvSpPr/>
                <p:nvPr/>
              </p:nvSpPr>
              <p:spPr>
                <a:xfrm>
                  <a:off x="4448880" y="4102560"/>
                  <a:ext cx="47880" cy="260640"/>
                </a:xfrm>
                <a:custGeom>
                  <a:rect b="b" l="l" r="r" t="t"/>
                  <a:pathLst>
                    <a:path extrusionOk="0" h="146" w="27">
                      <a:moveTo>
                        <a:pt x="21" y="146"/>
                      </a:moveTo>
                      <a:cubicBezTo>
                        <a:pt x="6" y="146"/>
                        <a:pt x="6" y="146"/>
                        <a:pt x="6" y="146"/>
                      </a:cubicBezTo>
                      <a:cubicBezTo>
                        <a:pt x="3" y="146"/>
                        <a:pt x="0" y="143"/>
                        <a:pt x="0" y="140"/>
                      </a:cubicBezTo>
                      <a:cubicBezTo>
                        <a:pt x="0" y="6"/>
                        <a:pt x="0" y="6"/>
                        <a:pt x="0" y="6"/>
                      </a:cubicBezTo>
                      <a:cubicBezTo>
                        <a:pt x="0" y="3"/>
                        <a:pt x="3" y="0"/>
                        <a:pt x="6" y="0"/>
                      </a:cubicBezTo>
                      <a:cubicBezTo>
                        <a:pt x="21" y="0"/>
                        <a:pt x="21" y="0"/>
                        <a:pt x="21" y="0"/>
                      </a:cubicBezTo>
                      <a:cubicBezTo>
                        <a:pt x="24" y="0"/>
                        <a:pt x="27" y="3"/>
                        <a:pt x="27" y="6"/>
                      </a:cubicBezTo>
                      <a:cubicBezTo>
                        <a:pt x="27" y="140"/>
                        <a:pt x="27" y="140"/>
                        <a:pt x="27" y="140"/>
                      </a:cubicBezTo>
                      <a:cubicBezTo>
                        <a:pt x="27" y="143"/>
                        <a:pt x="24" y="146"/>
                        <a:pt x="21" y="14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3" name="Google Shape;273;p1"/>
                <p:cNvSpPr/>
                <p:nvPr/>
              </p:nvSpPr>
              <p:spPr>
                <a:xfrm>
                  <a:off x="4218120" y="4102560"/>
                  <a:ext cx="209160" cy="260640"/>
                </a:xfrm>
                <a:custGeom>
                  <a:rect b="b" l="l" r="r" t="t"/>
                  <a:pathLst>
                    <a:path extrusionOk="0" h="146" w="117">
                      <a:moveTo>
                        <a:pt x="18" y="146"/>
                      </a:moveTo>
                      <a:cubicBezTo>
                        <a:pt x="4" y="146"/>
                        <a:pt x="4" y="146"/>
                        <a:pt x="4" y="146"/>
                      </a:cubicBezTo>
                      <a:cubicBezTo>
                        <a:pt x="1" y="146"/>
                        <a:pt x="0" y="143"/>
                        <a:pt x="2" y="140"/>
                      </a:cubicBezTo>
                      <a:cubicBezTo>
                        <a:pt x="89" y="6"/>
                        <a:pt x="89" y="6"/>
                        <a:pt x="89" y="6"/>
                      </a:cubicBezTo>
                      <a:cubicBezTo>
                        <a:pt x="91" y="3"/>
                        <a:pt x="96" y="0"/>
                        <a:pt x="99" y="0"/>
                      </a:cubicBezTo>
                      <a:cubicBezTo>
                        <a:pt x="113" y="0"/>
                        <a:pt x="113" y="0"/>
                        <a:pt x="113" y="0"/>
                      </a:cubicBezTo>
                      <a:cubicBezTo>
                        <a:pt x="117" y="0"/>
                        <a:pt x="117" y="3"/>
                        <a:pt x="115" y="6"/>
                      </a:cubicBezTo>
                      <a:cubicBezTo>
                        <a:pt x="28" y="140"/>
                        <a:pt x="28" y="140"/>
                        <a:pt x="28" y="140"/>
                      </a:cubicBezTo>
                      <a:cubicBezTo>
                        <a:pt x="26" y="143"/>
                        <a:pt x="22" y="146"/>
                        <a:pt x="18" y="14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4" name="Google Shape;274;p1"/>
                <p:cNvSpPr/>
                <p:nvPr/>
              </p:nvSpPr>
              <p:spPr>
                <a:xfrm>
                  <a:off x="4519080" y="4102560"/>
                  <a:ext cx="210600" cy="260640"/>
                </a:xfrm>
                <a:custGeom>
                  <a:rect b="b" l="l" r="r" t="t"/>
                  <a:pathLst>
                    <a:path extrusionOk="0" h="146" w="118">
                      <a:moveTo>
                        <a:pt x="99" y="146"/>
                      </a:moveTo>
                      <a:cubicBezTo>
                        <a:pt x="113" y="146"/>
                        <a:pt x="113" y="146"/>
                        <a:pt x="113" y="146"/>
                      </a:cubicBezTo>
                      <a:cubicBezTo>
                        <a:pt x="117" y="146"/>
                        <a:pt x="118" y="143"/>
                        <a:pt x="115" y="140"/>
                      </a:cubicBezTo>
                      <a:cubicBezTo>
                        <a:pt x="28" y="6"/>
                        <a:pt x="28" y="6"/>
                        <a:pt x="28" y="6"/>
                      </a:cubicBezTo>
                      <a:cubicBezTo>
                        <a:pt x="26" y="3"/>
                        <a:pt x="22" y="0"/>
                        <a:pt x="18" y="0"/>
                      </a:cubicBezTo>
                      <a:cubicBezTo>
                        <a:pt x="4" y="0"/>
                        <a:pt x="4" y="0"/>
                        <a:pt x="4" y="0"/>
                      </a:cubicBezTo>
                      <a:cubicBezTo>
                        <a:pt x="1" y="0"/>
                        <a:pt x="0" y="3"/>
                        <a:pt x="2" y="6"/>
                      </a:cubicBezTo>
                      <a:cubicBezTo>
                        <a:pt x="89" y="140"/>
                        <a:pt x="89" y="140"/>
                        <a:pt x="89" y="140"/>
                      </a:cubicBezTo>
                      <a:cubicBezTo>
                        <a:pt x="91" y="143"/>
                        <a:pt x="96" y="146"/>
                        <a:pt x="99" y="14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nvGrpSpPr>
            <p:cNvPr id="275" name="Google Shape;275;p1"/>
            <p:cNvGrpSpPr/>
            <p:nvPr/>
          </p:nvGrpSpPr>
          <p:grpSpPr>
            <a:xfrm>
              <a:off x="6533640" y="3087360"/>
              <a:ext cx="1026720" cy="1311480"/>
              <a:chOff x="6533640" y="3087360"/>
              <a:chExt cx="1026720" cy="1311480"/>
            </a:xfrm>
          </p:grpSpPr>
          <p:sp>
            <p:nvSpPr>
              <p:cNvPr id="276" name="Google Shape;276;p1"/>
              <p:cNvSpPr/>
              <p:nvPr/>
            </p:nvSpPr>
            <p:spPr>
              <a:xfrm>
                <a:off x="6880320" y="3732840"/>
                <a:ext cx="73800" cy="76680"/>
              </a:xfrm>
              <a:prstGeom prst="rect">
                <a:avLst/>
              </a:prstGeom>
              <a:solidFill>
                <a:srgbClr val="FFFFFF"/>
              </a:solidFill>
              <a:ln>
                <a:noFill/>
              </a:ln>
            </p:spPr>
            <p:txBody>
              <a:bodyPr anchorCtr="0" anchor="t" bIns="38500" lIns="91425" spcFirstLastPara="1" rIns="91425" wrap="square" tIns="38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7" name="Google Shape;277;p1"/>
              <p:cNvSpPr/>
              <p:nvPr/>
            </p:nvSpPr>
            <p:spPr>
              <a:xfrm>
                <a:off x="6876000" y="3728520"/>
                <a:ext cx="82440" cy="85320"/>
              </a:xfrm>
              <a:custGeom>
                <a:rect b="b" l="l" r="r" t="t"/>
                <a:pathLst>
                  <a:path extrusionOk="0" h="61" w="59">
                    <a:moveTo>
                      <a:pt x="56" y="58"/>
                    </a:moveTo>
                    <a:lnTo>
                      <a:pt x="56" y="56"/>
                    </a:lnTo>
                    <a:lnTo>
                      <a:pt x="6" y="56"/>
                    </a:lnTo>
                    <a:lnTo>
                      <a:pt x="6" y="6"/>
                    </a:lnTo>
                    <a:lnTo>
                      <a:pt x="53" y="6"/>
                    </a:lnTo>
                    <a:lnTo>
                      <a:pt x="53" y="58"/>
                    </a:lnTo>
                    <a:lnTo>
                      <a:pt x="56" y="58"/>
                    </a:lnTo>
                    <a:lnTo>
                      <a:pt x="56" y="56"/>
                    </a:lnTo>
                    <a:lnTo>
                      <a:pt x="56" y="58"/>
                    </a:lnTo>
                    <a:lnTo>
                      <a:pt x="59" y="58"/>
                    </a:lnTo>
                    <a:lnTo>
                      <a:pt x="59" y="0"/>
                    </a:lnTo>
                    <a:lnTo>
                      <a:pt x="0" y="0"/>
                    </a:lnTo>
                    <a:lnTo>
                      <a:pt x="0" y="61"/>
                    </a:lnTo>
                    <a:lnTo>
                      <a:pt x="59" y="61"/>
                    </a:lnTo>
                    <a:lnTo>
                      <a:pt x="59" y="58"/>
                    </a:lnTo>
                    <a:lnTo>
                      <a:pt x="56" y="58"/>
                    </a:lnTo>
                    <a:close/>
                  </a:path>
                </a:pathLst>
              </a:custGeom>
              <a:solidFill>
                <a:srgbClr val="072E52"/>
              </a:solidFill>
              <a:ln>
                <a:noFill/>
              </a:ln>
            </p:spPr>
            <p:txBody>
              <a:bodyPr anchorCtr="0" anchor="t" bIns="42825" lIns="91425" spcFirstLastPara="1" rIns="91425" wrap="square" tIns="428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278" name="Google Shape;278;p1"/>
              <p:cNvSpPr/>
              <p:nvPr/>
            </p:nvSpPr>
            <p:spPr>
              <a:xfrm>
                <a:off x="6970320" y="3188160"/>
                <a:ext cx="189000" cy="213120"/>
              </a:xfrm>
              <a:custGeom>
                <a:rect b="b" l="l" r="r" t="t"/>
                <a:pathLst>
                  <a:path extrusionOk="0" h="102" w="91">
                    <a:moveTo>
                      <a:pt x="6" y="13"/>
                    </a:moveTo>
                    <a:cubicBezTo>
                      <a:pt x="6" y="13"/>
                      <a:pt x="8" y="34"/>
                      <a:pt x="0" y="44"/>
                    </a:cubicBezTo>
                    <a:cubicBezTo>
                      <a:pt x="5" y="43"/>
                      <a:pt x="5" y="43"/>
                      <a:pt x="5" y="43"/>
                    </a:cubicBezTo>
                    <a:cubicBezTo>
                      <a:pt x="7" y="43"/>
                      <a:pt x="9" y="44"/>
                      <a:pt x="9" y="46"/>
                    </a:cubicBezTo>
                    <a:cubicBezTo>
                      <a:pt x="13" y="57"/>
                      <a:pt x="13" y="57"/>
                      <a:pt x="13" y="57"/>
                    </a:cubicBezTo>
                    <a:cubicBezTo>
                      <a:pt x="15" y="66"/>
                      <a:pt x="24" y="71"/>
                      <a:pt x="33" y="70"/>
                    </a:cubicBezTo>
                    <a:cubicBezTo>
                      <a:pt x="38" y="69"/>
                      <a:pt x="38" y="69"/>
                      <a:pt x="38" y="69"/>
                    </a:cubicBezTo>
                    <a:cubicBezTo>
                      <a:pt x="41" y="69"/>
                      <a:pt x="44" y="71"/>
                      <a:pt x="45" y="73"/>
                    </a:cubicBezTo>
                    <a:cubicBezTo>
                      <a:pt x="52" y="93"/>
                      <a:pt x="52" y="93"/>
                      <a:pt x="52" y="93"/>
                    </a:cubicBezTo>
                    <a:cubicBezTo>
                      <a:pt x="53" y="99"/>
                      <a:pt x="59" y="102"/>
                      <a:pt x="64" y="100"/>
                    </a:cubicBezTo>
                    <a:cubicBezTo>
                      <a:pt x="91" y="94"/>
                      <a:pt x="91" y="94"/>
                      <a:pt x="91" y="94"/>
                    </a:cubicBezTo>
                    <a:cubicBezTo>
                      <a:pt x="55" y="0"/>
                      <a:pt x="55" y="0"/>
                      <a:pt x="55" y="0"/>
                    </a:cubicBezTo>
                    <a:lnTo>
                      <a:pt x="6" y="13"/>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9" name="Google Shape;279;p1"/>
              <p:cNvSpPr/>
              <p:nvPr/>
            </p:nvSpPr>
            <p:spPr>
              <a:xfrm>
                <a:off x="7256520" y="4127040"/>
                <a:ext cx="196200" cy="234000"/>
              </a:xfrm>
              <a:custGeom>
                <a:rect b="b" l="l" r="r" t="t"/>
                <a:pathLst>
                  <a:path extrusionOk="0" h="112" w="94">
                    <a:moveTo>
                      <a:pt x="6" y="22"/>
                    </a:moveTo>
                    <a:cubicBezTo>
                      <a:pt x="78" y="0"/>
                      <a:pt x="78" y="0"/>
                      <a:pt x="78" y="0"/>
                    </a:cubicBezTo>
                    <a:cubicBezTo>
                      <a:pt x="78" y="0"/>
                      <a:pt x="92" y="27"/>
                      <a:pt x="93" y="57"/>
                    </a:cubicBezTo>
                    <a:cubicBezTo>
                      <a:pt x="94" y="87"/>
                      <a:pt x="83" y="110"/>
                      <a:pt x="62" y="112"/>
                    </a:cubicBezTo>
                    <a:cubicBezTo>
                      <a:pt x="55" y="112"/>
                      <a:pt x="64" y="90"/>
                      <a:pt x="63" y="76"/>
                    </a:cubicBezTo>
                    <a:cubicBezTo>
                      <a:pt x="63" y="68"/>
                      <a:pt x="55" y="60"/>
                      <a:pt x="48" y="55"/>
                    </a:cubicBezTo>
                    <a:cubicBezTo>
                      <a:pt x="44" y="52"/>
                      <a:pt x="39" y="52"/>
                      <a:pt x="35" y="53"/>
                    </a:cubicBezTo>
                    <a:cubicBezTo>
                      <a:pt x="0" y="67"/>
                      <a:pt x="0" y="67"/>
                      <a:pt x="0" y="67"/>
                    </a:cubicBezTo>
                    <a:lnTo>
                      <a:pt x="6" y="22"/>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0" name="Google Shape;280;p1"/>
              <p:cNvSpPr/>
              <p:nvPr/>
            </p:nvSpPr>
            <p:spPr>
              <a:xfrm>
                <a:off x="7364520" y="4127040"/>
                <a:ext cx="88200" cy="234000"/>
              </a:xfrm>
              <a:custGeom>
                <a:rect b="b" l="l" r="r" t="t"/>
                <a:pathLst>
                  <a:path extrusionOk="0" h="112" w="42">
                    <a:moveTo>
                      <a:pt x="41" y="57"/>
                    </a:moveTo>
                    <a:cubicBezTo>
                      <a:pt x="40" y="27"/>
                      <a:pt x="26" y="0"/>
                      <a:pt x="26" y="0"/>
                    </a:cubicBezTo>
                    <a:cubicBezTo>
                      <a:pt x="0" y="8"/>
                      <a:pt x="0" y="8"/>
                      <a:pt x="0" y="8"/>
                    </a:cubicBezTo>
                    <a:cubicBezTo>
                      <a:pt x="5" y="17"/>
                      <a:pt x="14" y="39"/>
                      <a:pt x="5" y="63"/>
                    </a:cubicBezTo>
                    <a:cubicBezTo>
                      <a:pt x="8" y="67"/>
                      <a:pt x="11" y="71"/>
                      <a:pt x="11" y="76"/>
                    </a:cubicBezTo>
                    <a:cubicBezTo>
                      <a:pt x="12" y="90"/>
                      <a:pt x="3" y="112"/>
                      <a:pt x="10" y="112"/>
                    </a:cubicBezTo>
                    <a:cubicBezTo>
                      <a:pt x="31" y="110"/>
                      <a:pt x="42" y="87"/>
                      <a:pt x="41" y="5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1" name="Google Shape;281;p1"/>
              <p:cNvSpPr/>
              <p:nvPr/>
            </p:nvSpPr>
            <p:spPr>
              <a:xfrm>
                <a:off x="6766560" y="3668040"/>
                <a:ext cx="568080" cy="597600"/>
              </a:xfrm>
              <a:custGeom>
                <a:rect b="b" l="l" r="r" t="t"/>
                <a:pathLst>
                  <a:path extrusionOk="0" h="285" w="272">
                    <a:moveTo>
                      <a:pt x="212" y="74"/>
                    </a:moveTo>
                    <a:cubicBezTo>
                      <a:pt x="212" y="74"/>
                      <a:pt x="74" y="0"/>
                      <a:pt x="37" y="35"/>
                    </a:cubicBezTo>
                    <a:cubicBezTo>
                      <a:pt x="0" y="71"/>
                      <a:pt x="86" y="285"/>
                      <a:pt x="86" y="285"/>
                    </a:cubicBezTo>
                    <a:cubicBezTo>
                      <a:pt x="147" y="285"/>
                      <a:pt x="147" y="285"/>
                      <a:pt x="147" y="285"/>
                    </a:cubicBezTo>
                    <a:cubicBezTo>
                      <a:pt x="103" y="127"/>
                      <a:pt x="103" y="127"/>
                      <a:pt x="103" y="127"/>
                    </a:cubicBezTo>
                    <a:cubicBezTo>
                      <a:pt x="103" y="127"/>
                      <a:pt x="172" y="158"/>
                      <a:pt x="217" y="168"/>
                    </a:cubicBezTo>
                    <a:cubicBezTo>
                      <a:pt x="272" y="180"/>
                      <a:pt x="272" y="84"/>
                      <a:pt x="272" y="84"/>
                    </a:cubicBezTo>
                    <a:lnTo>
                      <a:pt x="212" y="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2" name="Google Shape;282;p1"/>
              <p:cNvSpPr/>
              <p:nvPr/>
            </p:nvSpPr>
            <p:spPr>
              <a:xfrm>
                <a:off x="6905520" y="3817080"/>
                <a:ext cx="277560" cy="309960"/>
              </a:xfrm>
              <a:custGeom>
                <a:rect b="b" l="l" r="r" t="t"/>
                <a:pathLst>
                  <a:path extrusionOk="0" h="148" w="133">
                    <a:moveTo>
                      <a:pt x="133" y="40"/>
                    </a:moveTo>
                    <a:cubicBezTo>
                      <a:pt x="133" y="40"/>
                      <a:pt x="110" y="30"/>
                      <a:pt x="84" y="20"/>
                    </a:cubicBezTo>
                    <a:cubicBezTo>
                      <a:pt x="58" y="10"/>
                      <a:pt x="28" y="0"/>
                      <a:pt x="13" y="0"/>
                    </a:cubicBezTo>
                    <a:cubicBezTo>
                      <a:pt x="10" y="0"/>
                      <a:pt x="7" y="0"/>
                      <a:pt x="6" y="1"/>
                    </a:cubicBezTo>
                    <a:cubicBezTo>
                      <a:pt x="3" y="2"/>
                      <a:pt x="2" y="4"/>
                      <a:pt x="1" y="7"/>
                    </a:cubicBezTo>
                    <a:cubicBezTo>
                      <a:pt x="0" y="10"/>
                      <a:pt x="0" y="14"/>
                      <a:pt x="0" y="18"/>
                    </a:cubicBezTo>
                    <a:cubicBezTo>
                      <a:pt x="0" y="37"/>
                      <a:pt x="7" y="70"/>
                      <a:pt x="15" y="97"/>
                    </a:cubicBezTo>
                    <a:cubicBezTo>
                      <a:pt x="22" y="125"/>
                      <a:pt x="29" y="148"/>
                      <a:pt x="29" y="148"/>
                    </a:cubicBezTo>
                    <a:cubicBezTo>
                      <a:pt x="31" y="147"/>
                      <a:pt x="31" y="147"/>
                      <a:pt x="31" y="147"/>
                    </a:cubicBezTo>
                    <a:cubicBezTo>
                      <a:pt x="31" y="147"/>
                      <a:pt x="29" y="142"/>
                      <a:pt x="27" y="132"/>
                    </a:cubicBezTo>
                    <a:cubicBezTo>
                      <a:pt x="18" y="105"/>
                      <a:pt x="2" y="46"/>
                      <a:pt x="2" y="18"/>
                    </a:cubicBezTo>
                    <a:cubicBezTo>
                      <a:pt x="2" y="14"/>
                      <a:pt x="2" y="10"/>
                      <a:pt x="3" y="8"/>
                    </a:cubicBezTo>
                    <a:cubicBezTo>
                      <a:pt x="4" y="5"/>
                      <a:pt x="5" y="4"/>
                      <a:pt x="6" y="3"/>
                    </a:cubicBezTo>
                    <a:cubicBezTo>
                      <a:pt x="8" y="2"/>
                      <a:pt x="10" y="2"/>
                      <a:pt x="13" y="2"/>
                    </a:cubicBezTo>
                    <a:cubicBezTo>
                      <a:pt x="27" y="2"/>
                      <a:pt x="57" y="12"/>
                      <a:pt x="83" y="22"/>
                    </a:cubicBezTo>
                    <a:cubicBezTo>
                      <a:pt x="96" y="27"/>
                      <a:pt x="109" y="32"/>
                      <a:pt x="117" y="36"/>
                    </a:cubicBezTo>
                    <a:cubicBezTo>
                      <a:pt x="122" y="38"/>
                      <a:pt x="125" y="39"/>
                      <a:pt x="128" y="40"/>
                    </a:cubicBezTo>
                    <a:cubicBezTo>
                      <a:pt x="130" y="42"/>
                      <a:pt x="132" y="42"/>
                      <a:pt x="132" y="42"/>
                    </a:cubicBezTo>
                    <a:cubicBezTo>
                      <a:pt x="133" y="40"/>
                      <a:pt x="133" y="40"/>
                      <a:pt x="133" y="4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3" name="Google Shape;283;p1"/>
              <p:cNvSpPr/>
              <p:nvPr/>
            </p:nvSpPr>
            <p:spPr>
              <a:xfrm>
                <a:off x="6783480" y="3791520"/>
                <a:ext cx="691560" cy="607320"/>
              </a:xfrm>
              <a:custGeom>
                <a:rect b="b" l="l" r="r" t="t"/>
                <a:pathLst>
                  <a:path extrusionOk="0" h="290" w="331">
                    <a:moveTo>
                      <a:pt x="307" y="0"/>
                    </a:moveTo>
                    <a:cubicBezTo>
                      <a:pt x="307" y="0"/>
                      <a:pt x="331" y="35"/>
                      <a:pt x="313" y="80"/>
                    </a:cubicBezTo>
                    <a:cubicBezTo>
                      <a:pt x="294" y="127"/>
                      <a:pt x="156" y="201"/>
                      <a:pt x="156" y="201"/>
                    </a:cubicBezTo>
                    <a:cubicBezTo>
                      <a:pt x="245" y="179"/>
                      <a:pt x="245" y="179"/>
                      <a:pt x="245" y="179"/>
                    </a:cubicBezTo>
                    <a:cubicBezTo>
                      <a:pt x="245" y="241"/>
                      <a:pt x="245" y="241"/>
                      <a:pt x="245" y="241"/>
                    </a:cubicBezTo>
                    <a:cubicBezTo>
                      <a:pt x="245" y="241"/>
                      <a:pt x="81" y="290"/>
                      <a:pt x="40" y="268"/>
                    </a:cubicBezTo>
                    <a:cubicBezTo>
                      <a:pt x="0" y="245"/>
                      <a:pt x="20" y="208"/>
                      <a:pt x="59" y="159"/>
                    </a:cubicBezTo>
                    <a:cubicBezTo>
                      <a:pt x="99" y="111"/>
                      <a:pt x="187" y="42"/>
                      <a:pt x="187" y="42"/>
                    </a:cubicBezTo>
                    <a:cubicBezTo>
                      <a:pt x="192" y="0"/>
                      <a:pt x="192" y="0"/>
                      <a:pt x="192" y="0"/>
                    </a:cubicBezTo>
                    <a:lnTo>
                      <a:pt x="307"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4" name="Google Shape;284;p1"/>
              <p:cNvSpPr/>
              <p:nvPr/>
            </p:nvSpPr>
            <p:spPr>
              <a:xfrm>
                <a:off x="6937920" y="3829680"/>
                <a:ext cx="405360" cy="464040"/>
              </a:xfrm>
              <a:custGeom>
                <a:rect b="b" l="l" r="r" t="t"/>
                <a:pathLst>
                  <a:path extrusionOk="0" h="222" w="194">
                    <a:moveTo>
                      <a:pt x="189" y="1"/>
                    </a:moveTo>
                    <a:cubicBezTo>
                      <a:pt x="189" y="1"/>
                      <a:pt x="189" y="1"/>
                      <a:pt x="189" y="2"/>
                    </a:cubicBezTo>
                    <a:cubicBezTo>
                      <a:pt x="190" y="4"/>
                      <a:pt x="192" y="10"/>
                      <a:pt x="192" y="17"/>
                    </a:cubicBezTo>
                    <a:cubicBezTo>
                      <a:pt x="192" y="25"/>
                      <a:pt x="190" y="34"/>
                      <a:pt x="185" y="42"/>
                    </a:cubicBezTo>
                    <a:cubicBezTo>
                      <a:pt x="184" y="44"/>
                      <a:pt x="180" y="48"/>
                      <a:pt x="174" y="53"/>
                    </a:cubicBezTo>
                    <a:cubicBezTo>
                      <a:pt x="153" y="72"/>
                      <a:pt x="110" y="104"/>
                      <a:pt x="72" y="135"/>
                    </a:cubicBezTo>
                    <a:cubicBezTo>
                      <a:pt x="53" y="150"/>
                      <a:pt x="35" y="166"/>
                      <a:pt x="22" y="178"/>
                    </a:cubicBezTo>
                    <a:cubicBezTo>
                      <a:pt x="15" y="185"/>
                      <a:pt x="10" y="191"/>
                      <a:pt x="6" y="196"/>
                    </a:cubicBezTo>
                    <a:cubicBezTo>
                      <a:pt x="2" y="201"/>
                      <a:pt x="0" y="205"/>
                      <a:pt x="0" y="209"/>
                    </a:cubicBezTo>
                    <a:cubicBezTo>
                      <a:pt x="0" y="209"/>
                      <a:pt x="0" y="210"/>
                      <a:pt x="0" y="210"/>
                    </a:cubicBezTo>
                    <a:cubicBezTo>
                      <a:pt x="1" y="215"/>
                      <a:pt x="4" y="218"/>
                      <a:pt x="8" y="220"/>
                    </a:cubicBezTo>
                    <a:cubicBezTo>
                      <a:pt x="13" y="221"/>
                      <a:pt x="18" y="222"/>
                      <a:pt x="25" y="222"/>
                    </a:cubicBezTo>
                    <a:cubicBezTo>
                      <a:pt x="49" y="222"/>
                      <a:pt x="85" y="212"/>
                      <a:pt x="116" y="203"/>
                    </a:cubicBezTo>
                    <a:cubicBezTo>
                      <a:pt x="147" y="193"/>
                      <a:pt x="171" y="183"/>
                      <a:pt x="172" y="183"/>
                    </a:cubicBezTo>
                    <a:cubicBezTo>
                      <a:pt x="171" y="181"/>
                      <a:pt x="171" y="181"/>
                      <a:pt x="171" y="181"/>
                    </a:cubicBezTo>
                    <a:cubicBezTo>
                      <a:pt x="171" y="181"/>
                      <a:pt x="169" y="182"/>
                      <a:pt x="166" y="183"/>
                    </a:cubicBezTo>
                    <a:cubicBezTo>
                      <a:pt x="157" y="187"/>
                      <a:pt x="131" y="196"/>
                      <a:pt x="104" y="204"/>
                    </a:cubicBezTo>
                    <a:cubicBezTo>
                      <a:pt x="76" y="213"/>
                      <a:pt x="45" y="220"/>
                      <a:pt x="25" y="220"/>
                    </a:cubicBezTo>
                    <a:cubicBezTo>
                      <a:pt x="19" y="220"/>
                      <a:pt x="13" y="219"/>
                      <a:pt x="9" y="218"/>
                    </a:cubicBezTo>
                    <a:cubicBezTo>
                      <a:pt x="5" y="216"/>
                      <a:pt x="3" y="214"/>
                      <a:pt x="2" y="210"/>
                    </a:cubicBezTo>
                    <a:cubicBezTo>
                      <a:pt x="2" y="210"/>
                      <a:pt x="2" y="209"/>
                      <a:pt x="2" y="209"/>
                    </a:cubicBezTo>
                    <a:cubicBezTo>
                      <a:pt x="2" y="206"/>
                      <a:pt x="5" y="201"/>
                      <a:pt x="9" y="195"/>
                    </a:cubicBezTo>
                    <a:cubicBezTo>
                      <a:pt x="26" y="174"/>
                      <a:pt x="68" y="140"/>
                      <a:pt x="106" y="110"/>
                    </a:cubicBezTo>
                    <a:cubicBezTo>
                      <a:pt x="126" y="95"/>
                      <a:pt x="145" y="80"/>
                      <a:pt x="159" y="68"/>
                    </a:cubicBezTo>
                    <a:cubicBezTo>
                      <a:pt x="166" y="63"/>
                      <a:pt x="173" y="57"/>
                      <a:pt x="177" y="53"/>
                    </a:cubicBezTo>
                    <a:cubicBezTo>
                      <a:pt x="182" y="49"/>
                      <a:pt x="185" y="45"/>
                      <a:pt x="187" y="43"/>
                    </a:cubicBezTo>
                    <a:cubicBezTo>
                      <a:pt x="192" y="34"/>
                      <a:pt x="194" y="25"/>
                      <a:pt x="194" y="17"/>
                    </a:cubicBezTo>
                    <a:cubicBezTo>
                      <a:pt x="194" y="7"/>
                      <a:pt x="191" y="0"/>
                      <a:pt x="191" y="0"/>
                    </a:cubicBezTo>
                    <a:cubicBezTo>
                      <a:pt x="189" y="1"/>
                      <a:pt x="189" y="1"/>
                      <a:pt x="189" y="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5" name="Google Shape;285;p1"/>
              <p:cNvSpPr/>
              <p:nvPr/>
            </p:nvSpPr>
            <p:spPr>
              <a:xfrm>
                <a:off x="7261920" y="3358080"/>
                <a:ext cx="298440" cy="424800"/>
              </a:xfrm>
              <a:custGeom>
                <a:rect b="b" l="l" r="r" t="t"/>
                <a:pathLst>
                  <a:path extrusionOk="0" h="203" w="143">
                    <a:moveTo>
                      <a:pt x="0" y="0"/>
                    </a:moveTo>
                    <a:cubicBezTo>
                      <a:pt x="0" y="0"/>
                      <a:pt x="143" y="60"/>
                      <a:pt x="142" y="93"/>
                    </a:cubicBezTo>
                    <a:cubicBezTo>
                      <a:pt x="142" y="127"/>
                      <a:pt x="74" y="203"/>
                      <a:pt x="74" y="203"/>
                    </a:cubicBezTo>
                    <a:cubicBezTo>
                      <a:pt x="59" y="179"/>
                      <a:pt x="59" y="179"/>
                      <a:pt x="59" y="179"/>
                    </a:cubicBezTo>
                    <a:cubicBezTo>
                      <a:pt x="99" y="102"/>
                      <a:pt x="99" y="102"/>
                      <a:pt x="99" y="102"/>
                    </a:cubicBezTo>
                    <a:cubicBezTo>
                      <a:pt x="14" y="62"/>
                      <a:pt x="14" y="62"/>
                      <a:pt x="14" y="62"/>
                    </a:cubicBezTo>
                    <a:lnTo>
                      <a:pt x="0" y="0"/>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6" name="Google Shape;286;p1"/>
              <p:cNvSpPr/>
              <p:nvPr/>
            </p:nvSpPr>
            <p:spPr>
              <a:xfrm>
                <a:off x="7012440" y="3358080"/>
                <a:ext cx="450000" cy="489240"/>
              </a:xfrm>
              <a:custGeom>
                <a:rect b="b" l="l" r="r" t="t"/>
                <a:pathLst>
                  <a:path extrusionOk="0" h="234" w="216">
                    <a:moveTo>
                      <a:pt x="32" y="14"/>
                    </a:moveTo>
                    <a:cubicBezTo>
                      <a:pt x="0" y="30"/>
                      <a:pt x="0" y="30"/>
                      <a:pt x="0" y="30"/>
                    </a:cubicBezTo>
                    <a:cubicBezTo>
                      <a:pt x="0" y="30"/>
                      <a:pt x="6" y="49"/>
                      <a:pt x="7" y="74"/>
                    </a:cubicBezTo>
                    <a:cubicBezTo>
                      <a:pt x="8" y="100"/>
                      <a:pt x="12" y="123"/>
                      <a:pt x="29" y="132"/>
                    </a:cubicBezTo>
                    <a:cubicBezTo>
                      <a:pt x="45" y="141"/>
                      <a:pt x="57" y="144"/>
                      <a:pt x="64" y="162"/>
                    </a:cubicBezTo>
                    <a:cubicBezTo>
                      <a:pt x="70" y="180"/>
                      <a:pt x="73" y="199"/>
                      <a:pt x="73" y="211"/>
                    </a:cubicBezTo>
                    <a:cubicBezTo>
                      <a:pt x="74" y="224"/>
                      <a:pt x="109" y="234"/>
                      <a:pt x="139" y="233"/>
                    </a:cubicBezTo>
                    <a:cubicBezTo>
                      <a:pt x="169" y="231"/>
                      <a:pt x="198" y="230"/>
                      <a:pt x="207" y="212"/>
                    </a:cubicBezTo>
                    <a:cubicBezTo>
                      <a:pt x="216" y="194"/>
                      <a:pt x="197" y="171"/>
                      <a:pt x="193" y="153"/>
                    </a:cubicBezTo>
                    <a:cubicBezTo>
                      <a:pt x="188" y="136"/>
                      <a:pt x="174" y="42"/>
                      <a:pt x="120" y="0"/>
                    </a:cubicBezTo>
                    <a:cubicBezTo>
                      <a:pt x="69" y="0"/>
                      <a:pt x="69" y="0"/>
                      <a:pt x="69" y="0"/>
                    </a:cubicBezTo>
                    <a:lnTo>
                      <a:pt x="32" y="14"/>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7" name="Google Shape;287;p1"/>
              <p:cNvSpPr/>
              <p:nvPr/>
            </p:nvSpPr>
            <p:spPr>
              <a:xfrm>
                <a:off x="6533640" y="3412800"/>
                <a:ext cx="569520" cy="327960"/>
              </a:xfrm>
              <a:custGeom>
                <a:rect b="b" l="l" r="r" t="t"/>
                <a:pathLst>
                  <a:path extrusionOk="0" h="157" w="273">
                    <a:moveTo>
                      <a:pt x="219" y="13"/>
                    </a:moveTo>
                    <a:cubicBezTo>
                      <a:pt x="227" y="2"/>
                      <a:pt x="242" y="0"/>
                      <a:pt x="252" y="7"/>
                    </a:cubicBezTo>
                    <a:cubicBezTo>
                      <a:pt x="264" y="16"/>
                      <a:pt x="273" y="30"/>
                      <a:pt x="254" y="51"/>
                    </a:cubicBezTo>
                    <a:cubicBezTo>
                      <a:pt x="236" y="71"/>
                      <a:pt x="203" y="104"/>
                      <a:pt x="182" y="124"/>
                    </a:cubicBezTo>
                    <a:cubicBezTo>
                      <a:pt x="169" y="136"/>
                      <a:pt x="154" y="143"/>
                      <a:pt x="137" y="146"/>
                    </a:cubicBezTo>
                    <a:cubicBezTo>
                      <a:pt x="44" y="157"/>
                      <a:pt x="44" y="157"/>
                      <a:pt x="44" y="157"/>
                    </a:cubicBezTo>
                    <a:cubicBezTo>
                      <a:pt x="44" y="157"/>
                      <a:pt x="3" y="155"/>
                      <a:pt x="1" y="148"/>
                    </a:cubicBezTo>
                    <a:cubicBezTo>
                      <a:pt x="0" y="140"/>
                      <a:pt x="29" y="139"/>
                      <a:pt x="29" y="139"/>
                    </a:cubicBezTo>
                    <a:cubicBezTo>
                      <a:pt x="29" y="139"/>
                      <a:pt x="15" y="124"/>
                      <a:pt x="19" y="123"/>
                    </a:cubicBezTo>
                    <a:cubicBezTo>
                      <a:pt x="22" y="121"/>
                      <a:pt x="44" y="132"/>
                      <a:pt x="46" y="139"/>
                    </a:cubicBezTo>
                    <a:cubicBezTo>
                      <a:pt x="154" y="103"/>
                      <a:pt x="154" y="103"/>
                      <a:pt x="154" y="103"/>
                    </a:cubicBezTo>
                    <a:lnTo>
                      <a:pt x="219" y="13"/>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8" name="Google Shape;288;p1"/>
              <p:cNvSpPr/>
              <p:nvPr/>
            </p:nvSpPr>
            <p:spPr>
              <a:xfrm>
                <a:off x="6954840" y="3087360"/>
                <a:ext cx="330840" cy="379800"/>
              </a:xfrm>
              <a:custGeom>
                <a:rect b="b" l="l" r="r" t="t"/>
                <a:pathLst>
                  <a:path extrusionOk="0" h="181" w="158">
                    <a:moveTo>
                      <a:pt x="4" y="66"/>
                    </a:moveTo>
                    <a:cubicBezTo>
                      <a:pt x="41" y="62"/>
                      <a:pt x="41" y="62"/>
                      <a:pt x="41" y="62"/>
                    </a:cubicBezTo>
                    <a:cubicBezTo>
                      <a:pt x="41" y="62"/>
                      <a:pt x="40" y="76"/>
                      <a:pt x="51" y="82"/>
                    </a:cubicBezTo>
                    <a:cubicBezTo>
                      <a:pt x="62" y="88"/>
                      <a:pt x="68" y="89"/>
                      <a:pt x="67" y="102"/>
                    </a:cubicBezTo>
                    <a:cubicBezTo>
                      <a:pt x="67" y="116"/>
                      <a:pt x="62" y="121"/>
                      <a:pt x="76" y="129"/>
                    </a:cubicBezTo>
                    <a:cubicBezTo>
                      <a:pt x="90" y="138"/>
                      <a:pt x="77" y="156"/>
                      <a:pt x="76" y="164"/>
                    </a:cubicBezTo>
                    <a:cubicBezTo>
                      <a:pt x="76" y="173"/>
                      <a:pt x="80" y="181"/>
                      <a:pt x="106" y="181"/>
                    </a:cubicBezTo>
                    <a:cubicBezTo>
                      <a:pt x="133" y="181"/>
                      <a:pt x="158" y="166"/>
                      <a:pt x="155" y="145"/>
                    </a:cubicBezTo>
                    <a:cubicBezTo>
                      <a:pt x="151" y="125"/>
                      <a:pt x="133" y="120"/>
                      <a:pt x="129" y="109"/>
                    </a:cubicBezTo>
                    <a:cubicBezTo>
                      <a:pt x="124" y="96"/>
                      <a:pt x="127" y="87"/>
                      <a:pt x="118" y="78"/>
                    </a:cubicBezTo>
                    <a:cubicBezTo>
                      <a:pt x="109" y="68"/>
                      <a:pt x="101" y="61"/>
                      <a:pt x="100" y="46"/>
                    </a:cubicBezTo>
                    <a:cubicBezTo>
                      <a:pt x="98" y="30"/>
                      <a:pt x="73" y="0"/>
                      <a:pt x="38" y="9"/>
                    </a:cubicBezTo>
                    <a:cubicBezTo>
                      <a:pt x="3" y="18"/>
                      <a:pt x="0" y="48"/>
                      <a:pt x="4" y="6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289" name="Google Shape;289;p1"/>
            <p:cNvGrpSpPr/>
            <p:nvPr/>
          </p:nvGrpSpPr>
          <p:grpSpPr>
            <a:xfrm>
              <a:off x="4812840" y="2596680"/>
              <a:ext cx="950760" cy="1791360"/>
              <a:chOff x="4812840" y="2596680"/>
              <a:chExt cx="950760" cy="1791360"/>
            </a:xfrm>
          </p:grpSpPr>
          <p:sp>
            <p:nvSpPr>
              <p:cNvPr id="290" name="Google Shape;290;p1"/>
              <p:cNvSpPr/>
              <p:nvPr/>
            </p:nvSpPr>
            <p:spPr>
              <a:xfrm>
                <a:off x="5329080" y="2654280"/>
                <a:ext cx="30600" cy="27720"/>
              </a:xfrm>
              <a:custGeom>
                <a:rect b="b" l="l" r="r" t="t"/>
                <a:pathLst>
                  <a:path extrusionOk="0" h="13" w="14">
                    <a:moveTo>
                      <a:pt x="11" y="11"/>
                    </a:moveTo>
                    <a:cubicBezTo>
                      <a:pt x="9" y="13"/>
                      <a:pt x="5" y="13"/>
                      <a:pt x="3" y="11"/>
                    </a:cubicBezTo>
                    <a:cubicBezTo>
                      <a:pt x="0" y="9"/>
                      <a:pt x="0" y="5"/>
                      <a:pt x="3" y="2"/>
                    </a:cubicBezTo>
                    <a:cubicBezTo>
                      <a:pt x="5" y="0"/>
                      <a:pt x="9" y="0"/>
                      <a:pt x="11" y="2"/>
                    </a:cubicBezTo>
                    <a:cubicBezTo>
                      <a:pt x="14" y="5"/>
                      <a:pt x="14" y="9"/>
                      <a:pt x="11" y="11"/>
                    </a:cubicBezTo>
                    <a:close/>
                  </a:path>
                </a:pathLst>
              </a:custGeom>
              <a:solidFill>
                <a:srgbClr val="FFFFFF"/>
              </a:solidFill>
              <a:ln>
                <a:noFill/>
              </a:ln>
            </p:spPr>
            <p:txBody>
              <a:bodyPr anchorCtr="0" anchor="t" bIns="14025" lIns="91425" spcFirstLastPara="1" rIns="91425" wrap="square" tIns="140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1" name="Google Shape;291;p1"/>
              <p:cNvSpPr/>
              <p:nvPr/>
            </p:nvSpPr>
            <p:spPr>
              <a:xfrm>
                <a:off x="5531040" y="4239360"/>
                <a:ext cx="232560" cy="131040"/>
              </a:xfrm>
              <a:custGeom>
                <a:rect b="b" l="l" r="r" t="t"/>
                <a:pathLst>
                  <a:path extrusionOk="0" h="60" w="106">
                    <a:moveTo>
                      <a:pt x="30" y="0"/>
                    </a:moveTo>
                    <a:cubicBezTo>
                      <a:pt x="30" y="0"/>
                      <a:pt x="35" y="17"/>
                      <a:pt x="59" y="22"/>
                    </a:cubicBezTo>
                    <a:cubicBezTo>
                      <a:pt x="82" y="26"/>
                      <a:pt x="101" y="19"/>
                      <a:pt x="103" y="29"/>
                    </a:cubicBezTo>
                    <a:cubicBezTo>
                      <a:pt x="106" y="39"/>
                      <a:pt x="46" y="60"/>
                      <a:pt x="0" y="60"/>
                    </a:cubicBezTo>
                    <a:cubicBezTo>
                      <a:pt x="0" y="60"/>
                      <a:pt x="5" y="29"/>
                      <a:pt x="4" y="17"/>
                    </a:cubicBezTo>
                    <a:cubicBezTo>
                      <a:pt x="2" y="5"/>
                      <a:pt x="0" y="0"/>
                      <a:pt x="0" y="0"/>
                    </a:cubicBezTo>
                    <a:lnTo>
                      <a:pt x="30" y="0"/>
                    </a:lnTo>
                    <a:close/>
                  </a:path>
                </a:pathLst>
              </a:custGeom>
              <a:solidFill>
                <a:srgbClr val="8B6E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2" name="Google Shape;292;p1"/>
              <p:cNvSpPr/>
              <p:nvPr/>
            </p:nvSpPr>
            <p:spPr>
              <a:xfrm>
                <a:off x="4897080" y="4161240"/>
                <a:ext cx="217800" cy="226800"/>
              </a:xfrm>
              <a:custGeom>
                <a:rect b="b" l="l" r="r" t="t"/>
                <a:pathLst>
                  <a:path extrusionOk="0" h="103" w="100">
                    <a:moveTo>
                      <a:pt x="64" y="22"/>
                    </a:moveTo>
                    <a:cubicBezTo>
                      <a:pt x="64" y="22"/>
                      <a:pt x="55" y="38"/>
                      <a:pt x="68" y="58"/>
                    </a:cubicBezTo>
                    <a:cubicBezTo>
                      <a:pt x="82" y="78"/>
                      <a:pt x="100" y="85"/>
                      <a:pt x="95" y="94"/>
                    </a:cubicBezTo>
                    <a:cubicBezTo>
                      <a:pt x="89" y="103"/>
                      <a:pt x="32" y="76"/>
                      <a:pt x="0" y="43"/>
                    </a:cubicBezTo>
                    <a:cubicBezTo>
                      <a:pt x="0" y="43"/>
                      <a:pt x="25" y="24"/>
                      <a:pt x="33" y="15"/>
                    </a:cubicBezTo>
                    <a:cubicBezTo>
                      <a:pt x="41" y="6"/>
                      <a:pt x="43" y="0"/>
                      <a:pt x="43" y="0"/>
                    </a:cubicBezTo>
                    <a:lnTo>
                      <a:pt x="64" y="22"/>
                    </a:lnTo>
                    <a:close/>
                  </a:path>
                </a:pathLst>
              </a:custGeom>
              <a:solidFill>
                <a:srgbClr val="8B6E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3" name="Google Shape;293;p1"/>
              <p:cNvSpPr/>
              <p:nvPr/>
            </p:nvSpPr>
            <p:spPr>
              <a:xfrm>
                <a:off x="4961880" y="3289680"/>
                <a:ext cx="402120" cy="950760"/>
              </a:xfrm>
              <a:custGeom>
                <a:rect b="b" l="l" r="r" t="t"/>
                <a:pathLst>
                  <a:path extrusionOk="0" h="432" w="183">
                    <a:moveTo>
                      <a:pt x="183" y="0"/>
                    </a:moveTo>
                    <a:cubicBezTo>
                      <a:pt x="183" y="0"/>
                      <a:pt x="165" y="200"/>
                      <a:pt x="146" y="262"/>
                    </a:cubicBezTo>
                    <a:cubicBezTo>
                      <a:pt x="126" y="323"/>
                      <a:pt x="37" y="432"/>
                      <a:pt x="37" y="432"/>
                    </a:cubicBezTo>
                    <a:cubicBezTo>
                      <a:pt x="0" y="407"/>
                      <a:pt x="0" y="407"/>
                      <a:pt x="0" y="407"/>
                    </a:cubicBezTo>
                    <a:cubicBezTo>
                      <a:pt x="0" y="407"/>
                      <a:pt x="35" y="325"/>
                      <a:pt x="67" y="274"/>
                    </a:cubicBezTo>
                    <a:cubicBezTo>
                      <a:pt x="79" y="254"/>
                      <a:pt x="86" y="232"/>
                      <a:pt x="86" y="208"/>
                    </a:cubicBezTo>
                    <a:cubicBezTo>
                      <a:pt x="88" y="158"/>
                      <a:pt x="91" y="69"/>
                      <a:pt x="98" y="0"/>
                    </a:cubicBezTo>
                    <a:lnTo>
                      <a:pt x="18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4" name="Google Shape;294;p1"/>
              <p:cNvSpPr/>
              <p:nvPr/>
            </p:nvSpPr>
            <p:spPr>
              <a:xfrm>
                <a:off x="5009040" y="3513960"/>
                <a:ext cx="288720" cy="704520"/>
              </a:xfrm>
              <a:custGeom>
                <a:rect b="b" l="l" r="r" t="t"/>
                <a:pathLst>
                  <a:path extrusionOk="0" h="320" w="132">
                    <a:moveTo>
                      <a:pt x="2" y="320"/>
                    </a:moveTo>
                    <a:cubicBezTo>
                      <a:pt x="95" y="164"/>
                      <a:pt x="95" y="164"/>
                      <a:pt x="95" y="164"/>
                    </a:cubicBezTo>
                    <a:cubicBezTo>
                      <a:pt x="100" y="154"/>
                      <a:pt x="105" y="143"/>
                      <a:pt x="107" y="132"/>
                    </a:cubicBezTo>
                    <a:cubicBezTo>
                      <a:pt x="132" y="1"/>
                      <a:pt x="132" y="1"/>
                      <a:pt x="132" y="1"/>
                    </a:cubicBezTo>
                    <a:cubicBezTo>
                      <a:pt x="130" y="0"/>
                      <a:pt x="130" y="0"/>
                      <a:pt x="130" y="0"/>
                    </a:cubicBezTo>
                    <a:cubicBezTo>
                      <a:pt x="105" y="131"/>
                      <a:pt x="105" y="131"/>
                      <a:pt x="105" y="131"/>
                    </a:cubicBezTo>
                    <a:cubicBezTo>
                      <a:pt x="103" y="143"/>
                      <a:pt x="99" y="153"/>
                      <a:pt x="93" y="163"/>
                    </a:cubicBezTo>
                    <a:cubicBezTo>
                      <a:pt x="0" y="319"/>
                      <a:pt x="0" y="319"/>
                      <a:pt x="0" y="319"/>
                    </a:cubicBezTo>
                    <a:cubicBezTo>
                      <a:pt x="2" y="320"/>
                      <a:pt x="2" y="320"/>
                      <a:pt x="2" y="32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5" name="Google Shape;295;p1"/>
              <p:cNvSpPr/>
              <p:nvPr/>
            </p:nvSpPr>
            <p:spPr>
              <a:xfrm>
                <a:off x="5193360" y="3279240"/>
                <a:ext cx="418320" cy="969840"/>
              </a:xfrm>
              <a:custGeom>
                <a:rect b="b" l="l" r="r" t="t"/>
                <a:pathLst>
                  <a:path extrusionOk="0" h="441" w="191">
                    <a:moveTo>
                      <a:pt x="93" y="0"/>
                    </a:moveTo>
                    <a:cubicBezTo>
                      <a:pt x="93" y="0"/>
                      <a:pt x="175" y="341"/>
                      <a:pt x="191" y="441"/>
                    </a:cubicBezTo>
                    <a:cubicBezTo>
                      <a:pt x="152" y="441"/>
                      <a:pt x="152" y="441"/>
                      <a:pt x="152" y="441"/>
                    </a:cubicBezTo>
                    <a:cubicBezTo>
                      <a:pt x="152" y="441"/>
                      <a:pt x="106" y="350"/>
                      <a:pt x="95" y="272"/>
                    </a:cubicBezTo>
                    <a:cubicBezTo>
                      <a:pt x="94" y="265"/>
                      <a:pt x="91" y="258"/>
                      <a:pt x="87" y="251"/>
                    </a:cubicBezTo>
                    <a:cubicBezTo>
                      <a:pt x="74" y="230"/>
                      <a:pt x="44" y="179"/>
                      <a:pt x="34" y="142"/>
                    </a:cubicBezTo>
                    <a:cubicBezTo>
                      <a:pt x="21" y="95"/>
                      <a:pt x="0" y="51"/>
                      <a:pt x="1" y="0"/>
                    </a:cubicBezTo>
                    <a:lnTo>
                      <a:pt x="93"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6" name="Google Shape;296;p1"/>
              <p:cNvSpPr/>
              <p:nvPr/>
            </p:nvSpPr>
            <p:spPr>
              <a:xfrm>
                <a:off x="5301000" y="3289680"/>
                <a:ext cx="284400" cy="959760"/>
              </a:xfrm>
              <a:custGeom>
                <a:rect b="b" l="l" r="r" t="t"/>
                <a:pathLst>
                  <a:path extrusionOk="0" h="651" w="193">
                    <a:moveTo>
                      <a:pt x="0" y="2"/>
                    </a:moveTo>
                    <a:lnTo>
                      <a:pt x="114" y="349"/>
                    </a:lnTo>
                    <a:lnTo>
                      <a:pt x="190" y="651"/>
                    </a:lnTo>
                    <a:lnTo>
                      <a:pt x="193" y="651"/>
                    </a:lnTo>
                    <a:lnTo>
                      <a:pt x="117" y="348"/>
                    </a:lnTo>
                    <a:lnTo>
                      <a:pt x="3" y="0"/>
                    </a:lnTo>
                    <a:lnTo>
                      <a:pt x="0" y="2"/>
                    </a:lnTo>
                    <a:lnTo>
                      <a:pt x="0" y="2"/>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7" name="Google Shape;297;p1"/>
              <p:cNvSpPr/>
              <p:nvPr/>
            </p:nvSpPr>
            <p:spPr>
              <a:xfrm>
                <a:off x="5531040" y="4271760"/>
                <a:ext cx="232560" cy="98280"/>
              </a:xfrm>
              <a:custGeom>
                <a:rect b="b" l="l" r="r" t="t"/>
                <a:pathLst>
                  <a:path extrusionOk="0" h="45" w="106">
                    <a:moveTo>
                      <a:pt x="59" y="7"/>
                    </a:moveTo>
                    <a:cubicBezTo>
                      <a:pt x="51" y="6"/>
                      <a:pt x="46" y="3"/>
                      <a:pt x="42" y="0"/>
                    </a:cubicBezTo>
                    <a:cubicBezTo>
                      <a:pt x="31" y="6"/>
                      <a:pt x="30" y="15"/>
                      <a:pt x="27" y="17"/>
                    </a:cubicBezTo>
                    <a:cubicBezTo>
                      <a:pt x="25" y="19"/>
                      <a:pt x="12" y="16"/>
                      <a:pt x="4" y="14"/>
                    </a:cubicBezTo>
                    <a:cubicBezTo>
                      <a:pt x="3" y="28"/>
                      <a:pt x="0" y="45"/>
                      <a:pt x="0" y="45"/>
                    </a:cubicBezTo>
                    <a:cubicBezTo>
                      <a:pt x="46" y="45"/>
                      <a:pt x="106" y="24"/>
                      <a:pt x="103" y="14"/>
                    </a:cubicBezTo>
                    <a:cubicBezTo>
                      <a:pt x="101" y="4"/>
                      <a:pt x="82" y="11"/>
                      <a:pt x="59" y="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8" name="Google Shape;298;p1"/>
              <p:cNvSpPr/>
              <p:nvPr/>
            </p:nvSpPr>
            <p:spPr>
              <a:xfrm>
                <a:off x="4897080" y="4212720"/>
                <a:ext cx="217800" cy="174960"/>
              </a:xfrm>
              <a:custGeom>
                <a:rect b="b" l="l" r="r" t="t"/>
                <a:pathLst>
                  <a:path extrusionOk="0" h="80" w="100">
                    <a:moveTo>
                      <a:pt x="68" y="35"/>
                    </a:moveTo>
                    <a:cubicBezTo>
                      <a:pt x="64" y="28"/>
                      <a:pt x="62" y="23"/>
                      <a:pt x="61" y="18"/>
                    </a:cubicBezTo>
                    <a:cubicBezTo>
                      <a:pt x="49" y="14"/>
                      <a:pt x="42" y="20"/>
                      <a:pt x="39" y="19"/>
                    </a:cubicBezTo>
                    <a:cubicBezTo>
                      <a:pt x="37" y="19"/>
                      <a:pt x="29" y="8"/>
                      <a:pt x="24" y="0"/>
                    </a:cubicBezTo>
                    <a:cubicBezTo>
                      <a:pt x="14" y="10"/>
                      <a:pt x="0" y="20"/>
                      <a:pt x="0" y="20"/>
                    </a:cubicBezTo>
                    <a:cubicBezTo>
                      <a:pt x="32" y="53"/>
                      <a:pt x="89" y="80"/>
                      <a:pt x="95" y="71"/>
                    </a:cubicBezTo>
                    <a:cubicBezTo>
                      <a:pt x="100" y="62"/>
                      <a:pt x="82" y="55"/>
                      <a:pt x="68" y="3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9" name="Google Shape;299;p1"/>
              <p:cNvSpPr/>
              <p:nvPr/>
            </p:nvSpPr>
            <p:spPr>
              <a:xfrm>
                <a:off x="5298120" y="2649600"/>
                <a:ext cx="124920" cy="147240"/>
              </a:xfrm>
              <a:custGeom>
                <a:rect b="b" l="l" r="r" t="t"/>
                <a:pathLst>
                  <a:path extrusionOk="0" h="67" w="57">
                    <a:moveTo>
                      <a:pt x="21" y="67"/>
                    </a:moveTo>
                    <a:cubicBezTo>
                      <a:pt x="21" y="67"/>
                      <a:pt x="0" y="42"/>
                      <a:pt x="2" y="12"/>
                    </a:cubicBezTo>
                    <a:cubicBezTo>
                      <a:pt x="5" y="0"/>
                      <a:pt x="5" y="0"/>
                      <a:pt x="5" y="0"/>
                    </a:cubicBezTo>
                    <a:cubicBezTo>
                      <a:pt x="45" y="6"/>
                      <a:pt x="45" y="6"/>
                      <a:pt x="45" y="6"/>
                    </a:cubicBezTo>
                    <a:cubicBezTo>
                      <a:pt x="45" y="6"/>
                      <a:pt x="57" y="27"/>
                      <a:pt x="50" y="45"/>
                    </a:cubicBezTo>
                    <a:cubicBezTo>
                      <a:pt x="44" y="63"/>
                      <a:pt x="21" y="67"/>
                      <a:pt x="21" y="6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0" name="Google Shape;300;p1"/>
              <p:cNvSpPr/>
              <p:nvPr/>
            </p:nvSpPr>
            <p:spPr>
              <a:xfrm>
                <a:off x="5601960" y="3303000"/>
                <a:ext cx="144000" cy="119160"/>
              </a:xfrm>
              <a:custGeom>
                <a:rect b="b" l="l" r="r" t="t"/>
                <a:pathLst>
                  <a:path extrusionOk="0" h="54" w="66">
                    <a:moveTo>
                      <a:pt x="13" y="0"/>
                    </a:moveTo>
                    <a:cubicBezTo>
                      <a:pt x="13" y="0"/>
                      <a:pt x="19" y="9"/>
                      <a:pt x="32" y="8"/>
                    </a:cubicBezTo>
                    <a:cubicBezTo>
                      <a:pt x="45" y="7"/>
                      <a:pt x="61" y="9"/>
                      <a:pt x="61" y="11"/>
                    </a:cubicBezTo>
                    <a:cubicBezTo>
                      <a:pt x="62" y="13"/>
                      <a:pt x="44" y="13"/>
                      <a:pt x="44" y="13"/>
                    </a:cubicBezTo>
                    <a:cubicBezTo>
                      <a:pt x="44" y="13"/>
                      <a:pt x="64" y="19"/>
                      <a:pt x="64" y="24"/>
                    </a:cubicBezTo>
                    <a:cubicBezTo>
                      <a:pt x="64" y="29"/>
                      <a:pt x="49" y="18"/>
                      <a:pt x="49" y="18"/>
                    </a:cubicBezTo>
                    <a:cubicBezTo>
                      <a:pt x="49" y="18"/>
                      <a:pt x="66" y="33"/>
                      <a:pt x="64" y="35"/>
                    </a:cubicBezTo>
                    <a:cubicBezTo>
                      <a:pt x="61" y="37"/>
                      <a:pt x="46" y="24"/>
                      <a:pt x="46" y="24"/>
                    </a:cubicBezTo>
                    <a:cubicBezTo>
                      <a:pt x="46" y="24"/>
                      <a:pt x="60" y="36"/>
                      <a:pt x="54" y="48"/>
                    </a:cubicBezTo>
                    <a:cubicBezTo>
                      <a:pt x="51" y="54"/>
                      <a:pt x="49" y="32"/>
                      <a:pt x="43" y="30"/>
                    </a:cubicBezTo>
                    <a:cubicBezTo>
                      <a:pt x="37" y="27"/>
                      <a:pt x="25" y="25"/>
                      <a:pt x="28" y="38"/>
                    </a:cubicBezTo>
                    <a:cubicBezTo>
                      <a:pt x="31" y="51"/>
                      <a:pt x="30" y="51"/>
                      <a:pt x="27" y="49"/>
                    </a:cubicBezTo>
                    <a:cubicBezTo>
                      <a:pt x="25" y="48"/>
                      <a:pt x="18" y="40"/>
                      <a:pt x="18" y="29"/>
                    </a:cubicBezTo>
                    <a:cubicBezTo>
                      <a:pt x="0" y="13"/>
                      <a:pt x="0" y="13"/>
                      <a:pt x="0" y="13"/>
                    </a:cubicBezTo>
                    <a:lnTo>
                      <a:pt x="13" y="0"/>
                    </a:lnTo>
                    <a:close/>
                  </a:path>
                </a:pathLst>
              </a:custGeom>
              <a:solidFill>
                <a:srgbClr val="8B6E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1" name="Google Shape;301;p1"/>
              <p:cNvSpPr/>
              <p:nvPr/>
            </p:nvSpPr>
            <p:spPr>
              <a:xfrm>
                <a:off x="5388120" y="2935800"/>
                <a:ext cx="256320" cy="399240"/>
              </a:xfrm>
              <a:custGeom>
                <a:rect b="b" l="l" r="r" t="t"/>
                <a:pathLst>
                  <a:path extrusionOk="0" h="182" w="117">
                    <a:moveTo>
                      <a:pt x="39" y="0"/>
                    </a:moveTo>
                    <a:cubicBezTo>
                      <a:pt x="57" y="102"/>
                      <a:pt x="57" y="102"/>
                      <a:pt x="57" y="102"/>
                    </a:cubicBezTo>
                    <a:cubicBezTo>
                      <a:pt x="117" y="163"/>
                      <a:pt x="117" y="163"/>
                      <a:pt x="117" y="163"/>
                    </a:cubicBezTo>
                    <a:cubicBezTo>
                      <a:pt x="102" y="182"/>
                      <a:pt x="102" y="182"/>
                      <a:pt x="102" y="182"/>
                    </a:cubicBezTo>
                    <a:cubicBezTo>
                      <a:pt x="102" y="182"/>
                      <a:pt x="38" y="146"/>
                      <a:pt x="20" y="115"/>
                    </a:cubicBezTo>
                    <a:cubicBezTo>
                      <a:pt x="2" y="84"/>
                      <a:pt x="0" y="9"/>
                      <a:pt x="0" y="9"/>
                    </a:cubicBezTo>
                    <a:lnTo>
                      <a:pt x="3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2" name="Google Shape;302;p1"/>
              <p:cNvSpPr/>
              <p:nvPr/>
            </p:nvSpPr>
            <p:spPr>
              <a:xfrm>
                <a:off x="5334840" y="2660040"/>
                <a:ext cx="160200" cy="192960"/>
              </a:xfrm>
              <a:custGeom>
                <a:rect b="b" l="l" r="r" t="t"/>
                <a:pathLst>
                  <a:path extrusionOk="0" h="88" w="73">
                    <a:moveTo>
                      <a:pt x="55" y="0"/>
                    </a:moveTo>
                    <a:cubicBezTo>
                      <a:pt x="55" y="0"/>
                      <a:pt x="57" y="21"/>
                      <a:pt x="73" y="26"/>
                    </a:cubicBezTo>
                    <a:cubicBezTo>
                      <a:pt x="64" y="28"/>
                      <a:pt x="64" y="28"/>
                      <a:pt x="64" y="28"/>
                    </a:cubicBezTo>
                    <a:cubicBezTo>
                      <a:pt x="64" y="28"/>
                      <a:pt x="64" y="52"/>
                      <a:pt x="63" y="57"/>
                    </a:cubicBezTo>
                    <a:cubicBezTo>
                      <a:pt x="63" y="63"/>
                      <a:pt x="47" y="63"/>
                      <a:pt x="45" y="66"/>
                    </a:cubicBezTo>
                    <a:cubicBezTo>
                      <a:pt x="43" y="69"/>
                      <a:pt x="40" y="88"/>
                      <a:pt x="40" y="88"/>
                    </a:cubicBezTo>
                    <a:cubicBezTo>
                      <a:pt x="0" y="88"/>
                      <a:pt x="0" y="88"/>
                      <a:pt x="0" y="88"/>
                    </a:cubicBezTo>
                    <a:cubicBezTo>
                      <a:pt x="4" y="62"/>
                      <a:pt x="4" y="62"/>
                      <a:pt x="4" y="62"/>
                    </a:cubicBezTo>
                    <a:cubicBezTo>
                      <a:pt x="4" y="62"/>
                      <a:pt x="12" y="55"/>
                      <a:pt x="13" y="45"/>
                    </a:cubicBezTo>
                    <a:cubicBezTo>
                      <a:pt x="13" y="45"/>
                      <a:pt x="8" y="44"/>
                      <a:pt x="5" y="40"/>
                    </a:cubicBezTo>
                    <a:cubicBezTo>
                      <a:pt x="3" y="34"/>
                      <a:pt x="2" y="24"/>
                      <a:pt x="10" y="23"/>
                    </a:cubicBezTo>
                    <a:cubicBezTo>
                      <a:pt x="18" y="21"/>
                      <a:pt x="21" y="30"/>
                      <a:pt x="21" y="30"/>
                    </a:cubicBezTo>
                    <a:cubicBezTo>
                      <a:pt x="28" y="1"/>
                      <a:pt x="28" y="1"/>
                      <a:pt x="28" y="1"/>
                    </a:cubicBezTo>
                    <a:lnTo>
                      <a:pt x="55" y="0"/>
                    </a:lnTo>
                    <a:close/>
                  </a:path>
                </a:pathLst>
              </a:custGeom>
              <a:solidFill>
                <a:srgbClr val="8B6E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3" name="Google Shape;303;p1"/>
              <p:cNvSpPr/>
              <p:nvPr/>
            </p:nvSpPr>
            <p:spPr>
              <a:xfrm>
                <a:off x="5163840" y="2840040"/>
                <a:ext cx="309240" cy="462600"/>
              </a:xfrm>
              <a:custGeom>
                <a:rect b="b" l="l" r="r" t="t"/>
                <a:pathLst>
                  <a:path extrusionOk="0" h="210" w="141">
                    <a:moveTo>
                      <a:pt x="68" y="0"/>
                    </a:moveTo>
                    <a:cubicBezTo>
                      <a:pt x="133" y="0"/>
                      <a:pt x="133" y="0"/>
                      <a:pt x="133" y="0"/>
                    </a:cubicBezTo>
                    <a:cubicBezTo>
                      <a:pt x="129" y="14"/>
                      <a:pt x="129" y="14"/>
                      <a:pt x="129" y="14"/>
                    </a:cubicBezTo>
                    <a:cubicBezTo>
                      <a:pt x="129" y="14"/>
                      <a:pt x="139" y="33"/>
                      <a:pt x="140" y="67"/>
                    </a:cubicBezTo>
                    <a:cubicBezTo>
                      <a:pt x="141" y="100"/>
                      <a:pt x="128" y="136"/>
                      <a:pt x="127" y="156"/>
                    </a:cubicBezTo>
                    <a:cubicBezTo>
                      <a:pt x="127" y="176"/>
                      <a:pt x="127" y="210"/>
                      <a:pt x="113" y="210"/>
                    </a:cubicBezTo>
                    <a:cubicBezTo>
                      <a:pt x="100" y="210"/>
                      <a:pt x="25" y="210"/>
                      <a:pt x="13" y="210"/>
                    </a:cubicBezTo>
                    <a:cubicBezTo>
                      <a:pt x="1" y="210"/>
                      <a:pt x="0" y="169"/>
                      <a:pt x="13" y="127"/>
                    </a:cubicBezTo>
                    <a:cubicBezTo>
                      <a:pt x="26" y="85"/>
                      <a:pt x="65" y="16"/>
                      <a:pt x="65" y="16"/>
                    </a:cubicBezTo>
                    <a:lnTo>
                      <a:pt x="68"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4" name="Google Shape;304;p1"/>
              <p:cNvSpPr/>
              <p:nvPr/>
            </p:nvSpPr>
            <p:spPr>
              <a:xfrm>
                <a:off x="4812840" y="3018240"/>
                <a:ext cx="682560" cy="471600"/>
              </a:xfrm>
              <a:custGeom>
                <a:rect b="b" l="l" r="r" t="t"/>
                <a:pathLst>
                  <a:path extrusionOk="0" h="214" w="311">
                    <a:moveTo>
                      <a:pt x="0" y="214"/>
                    </a:moveTo>
                    <a:cubicBezTo>
                      <a:pt x="0" y="163"/>
                      <a:pt x="0" y="163"/>
                      <a:pt x="0" y="163"/>
                    </a:cubicBezTo>
                    <a:cubicBezTo>
                      <a:pt x="0" y="156"/>
                      <a:pt x="0" y="156"/>
                      <a:pt x="0" y="156"/>
                    </a:cubicBezTo>
                    <a:cubicBezTo>
                      <a:pt x="0" y="70"/>
                      <a:pt x="70" y="0"/>
                      <a:pt x="156" y="0"/>
                    </a:cubicBezTo>
                    <a:cubicBezTo>
                      <a:pt x="241" y="0"/>
                      <a:pt x="311" y="70"/>
                      <a:pt x="311" y="156"/>
                    </a:cubicBezTo>
                    <a:cubicBezTo>
                      <a:pt x="311" y="163"/>
                      <a:pt x="311" y="163"/>
                      <a:pt x="311" y="163"/>
                    </a:cubicBezTo>
                    <a:cubicBezTo>
                      <a:pt x="311" y="163"/>
                      <a:pt x="311" y="163"/>
                      <a:pt x="311" y="163"/>
                    </a:cubicBezTo>
                    <a:cubicBezTo>
                      <a:pt x="311" y="214"/>
                      <a:pt x="311" y="214"/>
                      <a:pt x="311" y="214"/>
                    </a:cubicBezTo>
                    <a:lnTo>
                      <a:pt x="0" y="214"/>
                    </a:lnTo>
                    <a:close/>
                    <a:moveTo>
                      <a:pt x="156" y="59"/>
                    </a:moveTo>
                    <a:cubicBezTo>
                      <a:pt x="102" y="59"/>
                      <a:pt x="59" y="102"/>
                      <a:pt x="59" y="156"/>
                    </a:cubicBezTo>
                    <a:cubicBezTo>
                      <a:pt x="59" y="163"/>
                      <a:pt x="59" y="163"/>
                      <a:pt x="59" y="163"/>
                    </a:cubicBezTo>
                    <a:cubicBezTo>
                      <a:pt x="252" y="163"/>
                      <a:pt x="252" y="163"/>
                      <a:pt x="252" y="163"/>
                    </a:cubicBezTo>
                    <a:cubicBezTo>
                      <a:pt x="252" y="156"/>
                      <a:pt x="252" y="156"/>
                      <a:pt x="252" y="156"/>
                    </a:cubicBezTo>
                    <a:cubicBezTo>
                      <a:pt x="252" y="102"/>
                      <a:pt x="209" y="59"/>
                      <a:pt x="156" y="59"/>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5" name="Google Shape;305;p1"/>
              <p:cNvSpPr/>
              <p:nvPr/>
            </p:nvSpPr>
            <p:spPr>
              <a:xfrm>
                <a:off x="4827600" y="3034800"/>
                <a:ext cx="653040" cy="362520"/>
              </a:xfrm>
              <a:custGeom>
                <a:rect b="b" l="l" r="r" t="t"/>
                <a:pathLst>
                  <a:path extrusionOk="0" h="165" w="297">
                    <a:moveTo>
                      <a:pt x="2" y="165"/>
                    </a:moveTo>
                    <a:cubicBezTo>
                      <a:pt x="2" y="149"/>
                      <a:pt x="2" y="149"/>
                      <a:pt x="2" y="149"/>
                    </a:cubicBezTo>
                    <a:cubicBezTo>
                      <a:pt x="2" y="108"/>
                      <a:pt x="18" y="72"/>
                      <a:pt x="45" y="45"/>
                    </a:cubicBezTo>
                    <a:cubicBezTo>
                      <a:pt x="71" y="18"/>
                      <a:pt x="108" y="2"/>
                      <a:pt x="149" y="2"/>
                    </a:cubicBezTo>
                    <a:cubicBezTo>
                      <a:pt x="189" y="2"/>
                      <a:pt x="226" y="18"/>
                      <a:pt x="252" y="45"/>
                    </a:cubicBezTo>
                    <a:cubicBezTo>
                      <a:pt x="279" y="72"/>
                      <a:pt x="295" y="108"/>
                      <a:pt x="295" y="149"/>
                    </a:cubicBezTo>
                    <a:cubicBezTo>
                      <a:pt x="295" y="164"/>
                      <a:pt x="295" y="164"/>
                      <a:pt x="295" y="164"/>
                    </a:cubicBezTo>
                    <a:cubicBezTo>
                      <a:pt x="295" y="165"/>
                      <a:pt x="295" y="165"/>
                      <a:pt x="295" y="165"/>
                    </a:cubicBezTo>
                    <a:cubicBezTo>
                      <a:pt x="297" y="165"/>
                      <a:pt x="297" y="165"/>
                      <a:pt x="297" y="165"/>
                    </a:cubicBezTo>
                    <a:cubicBezTo>
                      <a:pt x="297" y="164"/>
                      <a:pt x="297" y="164"/>
                      <a:pt x="297" y="164"/>
                    </a:cubicBezTo>
                    <a:cubicBezTo>
                      <a:pt x="296" y="164"/>
                      <a:pt x="296" y="164"/>
                      <a:pt x="296" y="164"/>
                    </a:cubicBezTo>
                    <a:cubicBezTo>
                      <a:pt x="297" y="164"/>
                      <a:pt x="297" y="164"/>
                      <a:pt x="297" y="164"/>
                    </a:cubicBezTo>
                    <a:cubicBezTo>
                      <a:pt x="297" y="149"/>
                      <a:pt x="297" y="149"/>
                      <a:pt x="297" y="149"/>
                    </a:cubicBezTo>
                    <a:cubicBezTo>
                      <a:pt x="297" y="67"/>
                      <a:pt x="230" y="0"/>
                      <a:pt x="149" y="0"/>
                    </a:cubicBezTo>
                    <a:cubicBezTo>
                      <a:pt x="67" y="0"/>
                      <a:pt x="0" y="67"/>
                      <a:pt x="0" y="149"/>
                    </a:cubicBezTo>
                    <a:cubicBezTo>
                      <a:pt x="0" y="165"/>
                      <a:pt x="0" y="165"/>
                      <a:pt x="0" y="165"/>
                    </a:cubicBezTo>
                    <a:cubicBezTo>
                      <a:pt x="2" y="165"/>
                      <a:pt x="2" y="165"/>
                      <a:pt x="2" y="165"/>
                    </a:cubicBezTo>
                    <a:close/>
                    <a:moveTo>
                      <a:pt x="254" y="165"/>
                    </a:moveTo>
                    <a:cubicBezTo>
                      <a:pt x="254" y="149"/>
                      <a:pt x="254" y="149"/>
                      <a:pt x="254" y="149"/>
                    </a:cubicBezTo>
                    <a:cubicBezTo>
                      <a:pt x="254" y="90"/>
                      <a:pt x="207" y="43"/>
                      <a:pt x="149" y="43"/>
                    </a:cubicBezTo>
                    <a:cubicBezTo>
                      <a:pt x="90" y="43"/>
                      <a:pt x="43" y="90"/>
                      <a:pt x="43" y="149"/>
                    </a:cubicBezTo>
                    <a:cubicBezTo>
                      <a:pt x="43" y="165"/>
                      <a:pt x="43" y="165"/>
                      <a:pt x="43" y="165"/>
                    </a:cubicBezTo>
                    <a:cubicBezTo>
                      <a:pt x="45" y="165"/>
                      <a:pt x="45" y="165"/>
                      <a:pt x="45" y="165"/>
                    </a:cubicBezTo>
                    <a:cubicBezTo>
                      <a:pt x="45" y="149"/>
                      <a:pt x="45" y="149"/>
                      <a:pt x="45" y="149"/>
                    </a:cubicBezTo>
                    <a:cubicBezTo>
                      <a:pt x="45" y="120"/>
                      <a:pt x="57" y="94"/>
                      <a:pt x="75" y="75"/>
                    </a:cubicBezTo>
                    <a:cubicBezTo>
                      <a:pt x="94" y="57"/>
                      <a:pt x="120" y="45"/>
                      <a:pt x="149" y="45"/>
                    </a:cubicBezTo>
                    <a:cubicBezTo>
                      <a:pt x="177" y="45"/>
                      <a:pt x="203" y="57"/>
                      <a:pt x="222" y="75"/>
                    </a:cubicBezTo>
                    <a:cubicBezTo>
                      <a:pt x="240" y="94"/>
                      <a:pt x="252" y="120"/>
                      <a:pt x="252" y="149"/>
                    </a:cubicBezTo>
                    <a:cubicBezTo>
                      <a:pt x="252" y="165"/>
                      <a:pt x="252" y="165"/>
                      <a:pt x="252" y="165"/>
                    </a:cubicBezTo>
                    <a:cubicBezTo>
                      <a:pt x="254" y="165"/>
                      <a:pt x="254" y="165"/>
                      <a:pt x="254" y="165"/>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6" name="Google Shape;306;p1"/>
              <p:cNvSpPr/>
              <p:nvPr/>
            </p:nvSpPr>
            <p:spPr>
              <a:xfrm>
                <a:off x="4849920" y="3435840"/>
                <a:ext cx="4320" cy="54360"/>
              </a:xfrm>
              <a:prstGeom prst="rect">
                <a:avLst/>
              </a:pr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7" name="Google Shape;307;p1"/>
              <p:cNvSpPr/>
              <p:nvPr/>
            </p:nvSpPr>
            <p:spPr>
              <a:xfrm>
                <a:off x="4849920" y="3435840"/>
                <a:ext cx="3960" cy="54360"/>
              </a:xfrm>
              <a:custGeom>
                <a:rect b="b" l="l" r="r" t="t"/>
                <a:pathLst>
                  <a:path extrusionOk="0" h="37" w="3">
                    <a:moveTo>
                      <a:pt x="0" y="0"/>
                    </a:moveTo>
                    <a:lnTo>
                      <a:pt x="0" y="37"/>
                    </a:lnTo>
                    <a:lnTo>
                      <a:pt x="3" y="37"/>
                    </a:lnTo>
                    <a:lnTo>
                      <a:pt x="3" y="0"/>
                    </a:lnTo>
                  </a:path>
                </a:pathLst>
              </a:cu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8" name="Google Shape;308;p1"/>
              <p:cNvSpPr/>
              <p:nvPr/>
            </p:nvSpPr>
            <p:spPr>
              <a:xfrm>
                <a:off x="487044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09" name="Google Shape;309;p1"/>
              <p:cNvSpPr/>
              <p:nvPr/>
            </p:nvSpPr>
            <p:spPr>
              <a:xfrm>
                <a:off x="487044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0" name="Google Shape;310;p1"/>
              <p:cNvSpPr/>
              <p:nvPr/>
            </p:nvSpPr>
            <p:spPr>
              <a:xfrm>
                <a:off x="488952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1" name="Google Shape;311;p1"/>
              <p:cNvSpPr/>
              <p:nvPr/>
            </p:nvSpPr>
            <p:spPr>
              <a:xfrm>
                <a:off x="488952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2" name="Google Shape;312;p1"/>
              <p:cNvSpPr/>
              <p:nvPr/>
            </p:nvSpPr>
            <p:spPr>
              <a:xfrm>
                <a:off x="4911840" y="3445920"/>
                <a:ext cx="4320" cy="43920"/>
              </a:xfrm>
              <a:prstGeom prst="rect">
                <a:avLst/>
              </a:pr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3" name="Google Shape;313;p1"/>
              <p:cNvSpPr/>
              <p:nvPr/>
            </p:nvSpPr>
            <p:spPr>
              <a:xfrm>
                <a:off x="4911840" y="3445920"/>
                <a:ext cx="3960" cy="43920"/>
              </a:xfrm>
              <a:custGeom>
                <a:rect b="b" l="l" r="r" t="t"/>
                <a:pathLst>
                  <a:path extrusionOk="0" h="30" w="3">
                    <a:moveTo>
                      <a:pt x="0" y="0"/>
                    </a:moveTo>
                    <a:lnTo>
                      <a:pt x="0" y="30"/>
                    </a:lnTo>
                    <a:lnTo>
                      <a:pt x="3" y="30"/>
                    </a:lnTo>
                    <a:lnTo>
                      <a:pt x="3" y="0"/>
                    </a:lnTo>
                  </a:path>
                </a:pathLst>
              </a:cu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4" name="Google Shape;314;p1"/>
              <p:cNvSpPr/>
              <p:nvPr/>
            </p:nvSpPr>
            <p:spPr>
              <a:xfrm>
                <a:off x="493092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5" name="Google Shape;315;p1"/>
              <p:cNvSpPr/>
              <p:nvPr/>
            </p:nvSpPr>
            <p:spPr>
              <a:xfrm>
                <a:off x="493092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6" name="Google Shape;316;p1"/>
              <p:cNvSpPr/>
              <p:nvPr/>
            </p:nvSpPr>
            <p:spPr>
              <a:xfrm>
                <a:off x="495144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7" name="Google Shape;317;p1"/>
              <p:cNvSpPr/>
              <p:nvPr/>
            </p:nvSpPr>
            <p:spPr>
              <a:xfrm>
                <a:off x="495144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8" name="Google Shape;318;p1"/>
              <p:cNvSpPr/>
              <p:nvPr/>
            </p:nvSpPr>
            <p:spPr>
              <a:xfrm>
                <a:off x="4970520" y="3435840"/>
                <a:ext cx="4320" cy="54360"/>
              </a:xfrm>
              <a:prstGeom prst="rect">
                <a:avLst/>
              </a:pr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9" name="Google Shape;319;p1"/>
              <p:cNvSpPr/>
              <p:nvPr/>
            </p:nvSpPr>
            <p:spPr>
              <a:xfrm>
                <a:off x="4970520" y="3435840"/>
                <a:ext cx="3960" cy="54360"/>
              </a:xfrm>
              <a:custGeom>
                <a:rect b="b" l="l" r="r" t="t"/>
                <a:pathLst>
                  <a:path extrusionOk="0" h="37" w="3">
                    <a:moveTo>
                      <a:pt x="0" y="0"/>
                    </a:moveTo>
                    <a:lnTo>
                      <a:pt x="0" y="37"/>
                    </a:lnTo>
                    <a:lnTo>
                      <a:pt x="3" y="37"/>
                    </a:lnTo>
                    <a:lnTo>
                      <a:pt x="3" y="0"/>
                    </a:lnTo>
                  </a:path>
                </a:pathLst>
              </a:cu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0" name="Google Shape;320;p1"/>
              <p:cNvSpPr/>
              <p:nvPr/>
            </p:nvSpPr>
            <p:spPr>
              <a:xfrm>
                <a:off x="499140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1" name="Google Shape;321;p1"/>
              <p:cNvSpPr/>
              <p:nvPr/>
            </p:nvSpPr>
            <p:spPr>
              <a:xfrm>
                <a:off x="499140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2" name="Google Shape;322;p1"/>
              <p:cNvSpPr/>
              <p:nvPr/>
            </p:nvSpPr>
            <p:spPr>
              <a:xfrm>
                <a:off x="501048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3" name="Google Shape;323;p1"/>
              <p:cNvSpPr/>
              <p:nvPr/>
            </p:nvSpPr>
            <p:spPr>
              <a:xfrm>
                <a:off x="501048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4" name="Google Shape;324;p1"/>
              <p:cNvSpPr/>
              <p:nvPr/>
            </p:nvSpPr>
            <p:spPr>
              <a:xfrm>
                <a:off x="5032440" y="3445920"/>
                <a:ext cx="4320" cy="43920"/>
              </a:xfrm>
              <a:prstGeom prst="rect">
                <a:avLst/>
              </a:pr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5" name="Google Shape;325;p1"/>
              <p:cNvSpPr/>
              <p:nvPr/>
            </p:nvSpPr>
            <p:spPr>
              <a:xfrm>
                <a:off x="5032440" y="3445920"/>
                <a:ext cx="3960" cy="43920"/>
              </a:xfrm>
              <a:custGeom>
                <a:rect b="b" l="l" r="r" t="t"/>
                <a:pathLst>
                  <a:path extrusionOk="0" h="30" w="3">
                    <a:moveTo>
                      <a:pt x="0" y="0"/>
                    </a:moveTo>
                    <a:lnTo>
                      <a:pt x="0" y="30"/>
                    </a:lnTo>
                    <a:lnTo>
                      <a:pt x="3" y="30"/>
                    </a:lnTo>
                    <a:lnTo>
                      <a:pt x="3" y="0"/>
                    </a:lnTo>
                  </a:path>
                </a:pathLst>
              </a:cu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6" name="Google Shape;326;p1"/>
              <p:cNvSpPr/>
              <p:nvPr/>
            </p:nvSpPr>
            <p:spPr>
              <a:xfrm>
                <a:off x="505188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7" name="Google Shape;327;p1"/>
              <p:cNvSpPr/>
              <p:nvPr/>
            </p:nvSpPr>
            <p:spPr>
              <a:xfrm>
                <a:off x="505188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8" name="Google Shape;328;p1"/>
              <p:cNvSpPr/>
              <p:nvPr/>
            </p:nvSpPr>
            <p:spPr>
              <a:xfrm>
                <a:off x="507240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29" name="Google Shape;329;p1"/>
              <p:cNvSpPr/>
              <p:nvPr/>
            </p:nvSpPr>
            <p:spPr>
              <a:xfrm>
                <a:off x="507240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0" name="Google Shape;330;p1"/>
              <p:cNvSpPr/>
              <p:nvPr/>
            </p:nvSpPr>
            <p:spPr>
              <a:xfrm>
                <a:off x="5091480" y="3435840"/>
                <a:ext cx="4320" cy="54360"/>
              </a:xfrm>
              <a:prstGeom prst="rect">
                <a:avLst/>
              </a:pr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1" name="Google Shape;331;p1"/>
              <p:cNvSpPr/>
              <p:nvPr/>
            </p:nvSpPr>
            <p:spPr>
              <a:xfrm>
                <a:off x="5091480" y="3435840"/>
                <a:ext cx="3960" cy="54360"/>
              </a:xfrm>
              <a:custGeom>
                <a:rect b="b" l="l" r="r" t="t"/>
                <a:pathLst>
                  <a:path extrusionOk="0" h="37" w="3">
                    <a:moveTo>
                      <a:pt x="0" y="0"/>
                    </a:moveTo>
                    <a:lnTo>
                      <a:pt x="0" y="37"/>
                    </a:lnTo>
                    <a:lnTo>
                      <a:pt x="3" y="37"/>
                    </a:lnTo>
                    <a:lnTo>
                      <a:pt x="3" y="0"/>
                    </a:lnTo>
                  </a:path>
                </a:pathLst>
              </a:cu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2" name="Google Shape;332;p1"/>
              <p:cNvSpPr/>
              <p:nvPr/>
            </p:nvSpPr>
            <p:spPr>
              <a:xfrm>
                <a:off x="5112360" y="3454920"/>
                <a:ext cx="25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3" name="Google Shape;333;p1"/>
              <p:cNvSpPr/>
              <p:nvPr/>
            </p:nvSpPr>
            <p:spPr>
              <a:xfrm>
                <a:off x="5112360" y="3454920"/>
                <a:ext cx="2520" cy="34920"/>
              </a:xfrm>
              <a:custGeom>
                <a:rect b="b" l="l" r="r" t="t"/>
                <a:pathLst>
                  <a:path extrusionOk="0" h="24" w="2">
                    <a:moveTo>
                      <a:pt x="0" y="0"/>
                    </a:moveTo>
                    <a:lnTo>
                      <a:pt x="0" y="24"/>
                    </a:lnTo>
                    <a:lnTo>
                      <a:pt x="2" y="24"/>
                    </a:lnTo>
                    <a:lnTo>
                      <a:pt x="2"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4" name="Google Shape;334;p1"/>
              <p:cNvSpPr/>
              <p:nvPr/>
            </p:nvSpPr>
            <p:spPr>
              <a:xfrm>
                <a:off x="513144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5" name="Google Shape;335;p1"/>
              <p:cNvSpPr/>
              <p:nvPr/>
            </p:nvSpPr>
            <p:spPr>
              <a:xfrm>
                <a:off x="513144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6" name="Google Shape;336;p1"/>
              <p:cNvSpPr/>
              <p:nvPr/>
            </p:nvSpPr>
            <p:spPr>
              <a:xfrm>
                <a:off x="5153400" y="3445920"/>
                <a:ext cx="4320" cy="43920"/>
              </a:xfrm>
              <a:prstGeom prst="rect">
                <a:avLst/>
              </a:pr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7" name="Google Shape;337;p1"/>
              <p:cNvSpPr/>
              <p:nvPr/>
            </p:nvSpPr>
            <p:spPr>
              <a:xfrm>
                <a:off x="5153400" y="3445920"/>
                <a:ext cx="3960" cy="43920"/>
              </a:xfrm>
              <a:custGeom>
                <a:rect b="b" l="l" r="r" t="t"/>
                <a:pathLst>
                  <a:path extrusionOk="0" h="30" w="3">
                    <a:moveTo>
                      <a:pt x="0" y="0"/>
                    </a:moveTo>
                    <a:lnTo>
                      <a:pt x="0" y="30"/>
                    </a:lnTo>
                    <a:lnTo>
                      <a:pt x="3" y="30"/>
                    </a:lnTo>
                    <a:lnTo>
                      <a:pt x="3" y="0"/>
                    </a:lnTo>
                  </a:path>
                </a:pathLst>
              </a:cu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8" name="Google Shape;338;p1"/>
              <p:cNvSpPr/>
              <p:nvPr/>
            </p:nvSpPr>
            <p:spPr>
              <a:xfrm>
                <a:off x="517284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9" name="Google Shape;339;p1"/>
              <p:cNvSpPr/>
              <p:nvPr/>
            </p:nvSpPr>
            <p:spPr>
              <a:xfrm>
                <a:off x="517284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0" name="Google Shape;340;p1"/>
              <p:cNvSpPr/>
              <p:nvPr/>
            </p:nvSpPr>
            <p:spPr>
              <a:xfrm>
                <a:off x="519336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1" name="Google Shape;341;p1"/>
              <p:cNvSpPr/>
              <p:nvPr/>
            </p:nvSpPr>
            <p:spPr>
              <a:xfrm>
                <a:off x="519336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2" name="Google Shape;342;p1"/>
              <p:cNvSpPr/>
              <p:nvPr/>
            </p:nvSpPr>
            <p:spPr>
              <a:xfrm>
                <a:off x="5212440" y="3435840"/>
                <a:ext cx="4320" cy="54360"/>
              </a:xfrm>
              <a:prstGeom prst="rect">
                <a:avLst/>
              </a:pr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3" name="Google Shape;343;p1"/>
              <p:cNvSpPr/>
              <p:nvPr/>
            </p:nvSpPr>
            <p:spPr>
              <a:xfrm>
                <a:off x="5212440" y="3435840"/>
                <a:ext cx="3960" cy="54360"/>
              </a:xfrm>
              <a:custGeom>
                <a:rect b="b" l="l" r="r" t="t"/>
                <a:pathLst>
                  <a:path extrusionOk="0" h="37" w="3">
                    <a:moveTo>
                      <a:pt x="0" y="0"/>
                    </a:moveTo>
                    <a:lnTo>
                      <a:pt x="0" y="37"/>
                    </a:lnTo>
                    <a:lnTo>
                      <a:pt x="3" y="37"/>
                    </a:lnTo>
                    <a:lnTo>
                      <a:pt x="3" y="0"/>
                    </a:lnTo>
                  </a:path>
                </a:pathLst>
              </a:cu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4" name="Google Shape;344;p1"/>
              <p:cNvSpPr/>
              <p:nvPr/>
            </p:nvSpPr>
            <p:spPr>
              <a:xfrm>
                <a:off x="523152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5" name="Google Shape;345;p1"/>
              <p:cNvSpPr/>
              <p:nvPr/>
            </p:nvSpPr>
            <p:spPr>
              <a:xfrm>
                <a:off x="523152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6" name="Google Shape;346;p1"/>
              <p:cNvSpPr/>
              <p:nvPr/>
            </p:nvSpPr>
            <p:spPr>
              <a:xfrm>
                <a:off x="525240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7" name="Google Shape;347;p1"/>
              <p:cNvSpPr/>
              <p:nvPr/>
            </p:nvSpPr>
            <p:spPr>
              <a:xfrm>
                <a:off x="525240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8" name="Google Shape;348;p1"/>
              <p:cNvSpPr/>
              <p:nvPr/>
            </p:nvSpPr>
            <p:spPr>
              <a:xfrm>
                <a:off x="5274360" y="3445920"/>
                <a:ext cx="4320" cy="43920"/>
              </a:xfrm>
              <a:prstGeom prst="rect">
                <a:avLst/>
              </a:pr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49" name="Google Shape;349;p1"/>
              <p:cNvSpPr/>
              <p:nvPr/>
            </p:nvSpPr>
            <p:spPr>
              <a:xfrm>
                <a:off x="5274360" y="3445920"/>
                <a:ext cx="3960" cy="43920"/>
              </a:xfrm>
              <a:custGeom>
                <a:rect b="b" l="l" r="r" t="t"/>
                <a:pathLst>
                  <a:path extrusionOk="0" h="30" w="3">
                    <a:moveTo>
                      <a:pt x="0" y="0"/>
                    </a:moveTo>
                    <a:lnTo>
                      <a:pt x="0" y="30"/>
                    </a:lnTo>
                    <a:lnTo>
                      <a:pt x="3" y="30"/>
                    </a:lnTo>
                    <a:lnTo>
                      <a:pt x="3" y="0"/>
                    </a:lnTo>
                  </a:path>
                </a:pathLst>
              </a:cu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0" name="Google Shape;350;p1"/>
              <p:cNvSpPr/>
              <p:nvPr/>
            </p:nvSpPr>
            <p:spPr>
              <a:xfrm>
                <a:off x="529344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1" name="Google Shape;351;p1"/>
              <p:cNvSpPr/>
              <p:nvPr/>
            </p:nvSpPr>
            <p:spPr>
              <a:xfrm>
                <a:off x="529344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2" name="Google Shape;352;p1"/>
              <p:cNvSpPr/>
              <p:nvPr/>
            </p:nvSpPr>
            <p:spPr>
              <a:xfrm>
                <a:off x="531432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3" name="Google Shape;353;p1"/>
              <p:cNvSpPr/>
              <p:nvPr/>
            </p:nvSpPr>
            <p:spPr>
              <a:xfrm>
                <a:off x="531432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4" name="Google Shape;354;p1"/>
              <p:cNvSpPr/>
              <p:nvPr/>
            </p:nvSpPr>
            <p:spPr>
              <a:xfrm>
                <a:off x="5333400" y="3435840"/>
                <a:ext cx="4320" cy="54360"/>
              </a:xfrm>
              <a:prstGeom prst="rect">
                <a:avLst/>
              </a:pr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5" name="Google Shape;355;p1"/>
              <p:cNvSpPr/>
              <p:nvPr/>
            </p:nvSpPr>
            <p:spPr>
              <a:xfrm>
                <a:off x="5333400" y="3435840"/>
                <a:ext cx="3960" cy="54360"/>
              </a:xfrm>
              <a:custGeom>
                <a:rect b="b" l="l" r="r" t="t"/>
                <a:pathLst>
                  <a:path extrusionOk="0" h="37" w="3">
                    <a:moveTo>
                      <a:pt x="0" y="0"/>
                    </a:moveTo>
                    <a:lnTo>
                      <a:pt x="0" y="37"/>
                    </a:lnTo>
                    <a:lnTo>
                      <a:pt x="3" y="37"/>
                    </a:lnTo>
                    <a:lnTo>
                      <a:pt x="3" y="0"/>
                    </a:lnTo>
                  </a:path>
                </a:pathLst>
              </a:cu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6" name="Google Shape;356;p1"/>
              <p:cNvSpPr/>
              <p:nvPr/>
            </p:nvSpPr>
            <p:spPr>
              <a:xfrm>
                <a:off x="535248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7" name="Google Shape;357;p1"/>
              <p:cNvSpPr/>
              <p:nvPr/>
            </p:nvSpPr>
            <p:spPr>
              <a:xfrm>
                <a:off x="535248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8" name="Google Shape;358;p1"/>
              <p:cNvSpPr/>
              <p:nvPr/>
            </p:nvSpPr>
            <p:spPr>
              <a:xfrm>
                <a:off x="537336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59" name="Google Shape;359;p1"/>
              <p:cNvSpPr/>
              <p:nvPr/>
            </p:nvSpPr>
            <p:spPr>
              <a:xfrm>
                <a:off x="537336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0" name="Google Shape;360;p1"/>
              <p:cNvSpPr/>
              <p:nvPr/>
            </p:nvSpPr>
            <p:spPr>
              <a:xfrm>
                <a:off x="5395320" y="3445920"/>
                <a:ext cx="4320" cy="43920"/>
              </a:xfrm>
              <a:prstGeom prst="rect">
                <a:avLst/>
              </a:pr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1" name="Google Shape;361;p1"/>
              <p:cNvSpPr/>
              <p:nvPr/>
            </p:nvSpPr>
            <p:spPr>
              <a:xfrm>
                <a:off x="5395320" y="3445920"/>
                <a:ext cx="3960" cy="43920"/>
              </a:xfrm>
              <a:custGeom>
                <a:rect b="b" l="l" r="r" t="t"/>
                <a:pathLst>
                  <a:path extrusionOk="0" h="30" w="3">
                    <a:moveTo>
                      <a:pt x="0" y="0"/>
                    </a:moveTo>
                    <a:lnTo>
                      <a:pt x="0" y="30"/>
                    </a:lnTo>
                    <a:lnTo>
                      <a:pt x="3" y="30"/>
                    </a:lnTo>
                    <a:lnTo>
                      <a:pt x="3" y="0"/>
                    </a:lnTo>
                  </a:path>
                </a:pathLst>
              </a:custGeom>
              <a:solidFill>
                <a:schemeClr val="accent6"/>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2" name="Google Shape;362;p1"/>
              <p:cNvSpPr/>
              <p:nvPr/>
            </p:nvSpPr>
            <p:spPr>
              <a:xfrm>
                <a:off x="541440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3" name="Google Shape;363;p1"/>
              <p:cNvSpPr/>
              <p:nvPr/>
            </p:nvSpPr>
            <p:spPr>
              <a:xfrm>
                <a:off x="541440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4" name="Google Shape;364;p1"/>
              <p:cNvSpPr/>
              <p:nvPr/>
            </p:nvSpPr>
            <p:spPr>
              <a:xfrm>
                <a:off x="5433840" y="3454920"/>
                <a:ext cx="4320" cy="34920"/>
              </a:xfrm>
              <a:prstGeom prst="rect">
                <a:avLst/>
              </a:pr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5" name="Google Shape;365;p1"/>
              <p:cNvSpPr/>
              <p:nvPr/>
            </p:nvSpPr>
            <p:spPr>
              <a:xfrm>
                <a:off x="5433840" y="3454920"/>
                <a:ext cx="3960" cy="34920"/>
              </a:xfrm>
              <a:custGeom>
                <a:rect b="b" l="l" r="r" t="t"/>
                <a:pathLst>
                  <a:path extrusionOk="0" h="24" w="3">
                    <a:moveTo>
                      <a:pt x="0" y="0"/>
                    </a:moveTo>
                    <a:lnTo>
                      <a:pt x="0" y="24"/>
                    </a:lnTo>
                    <a:lnTo>
                      <a:pt x="3" y="24"/>
                    </a:lnTo>
                    <a:lnTo>
                      <a:pt x="3" y="0"/>
                    </a:lnTo>
                  </a:path>
                </a:pathLst>
              </a:custGeom>
              <a:solidFill>
                <a:schemeClr val="accent6"/>
              </a:solidFill>
              <a:ln>
                <a:noFill/>
              </a:ln>
            </p:spPr>
            <p:txBody>
              <a:bodyPr anchorCtr="0" anchor="t" bIns="17625" lIns="91425" spcFirstLastPara="1" rIns="91425" wrap="square" tIns="176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6" name="Google Shape;366;p1"/>
              <p:cNvSpPr/>
              <p:nvPr/>
            </p:nvSpPr>
            <p:spPr>
              <a:xfrm>
                <a:off x="5454360" y="3435840"/>
                <a:ext cx="4320" cy="54360"/>
              </a:xfrm>
              <a:prstGeom prst="rect">
                <a:avLst/>
              </a:pr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7" name="Google Shape;367;p1"/>
              <p:cNvSpPr/>
              <p:nvPr/>
            </p:nvSpPr>
            <p:spPr>
              <a:xfrm>
                <a:off x="5454360" y="3435840"/>
                <a:ext cx="3960" cy="54360"/>
              </a:xfrm>
              <a:custGeom>
                <a:rect b="b" l="l" r="r" t="t"/>
                <a:pathLst>
                  <a:path extrusionOk="0" h="37" w="3">
                    <a:moveTo>
                      <a:pt x="0" y="0"/>
                    </a:moveTo>
                    <a:lnTo>
                      <a:pt x="0" y="37"/>
                    </a:lnTo>
                    <a:lnTo>
                      <a:pt x="3" y="37"/>
                    </a:lnTo>
                    <a:lnTo>
                      <a:pt x="3" y="0"/>
                    </a:lnTo>
                  </a:path>
                </a:pathLst>
              </a:custGeom>
              <a:solidFill>
                <a:schemeClr val="accent6"/>
              </a:solidFill>
              <a:ln>
                <a:noFill/>
              </a:ln>
            </p:spPr>
            <p:txBody>
              <a:bodyPr anchorCtr="0" anchor="t" bIns="27350" lIns="91425" spcFirstLastPara="1" rIns="91425" wrap="square" tIns="27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8" name="Google Shape;368;p1"/>
              <p:cNvSpPr/>
              <p:nvPr/>
            </p:nvSpPr>
            <p:spPr>
              <a:xfrm>
                <a:off x="4812840" y="3395880"/>
                <a:ext cx="682560" cy="4320"/>
              </a:xfrm>
              <a:prstGeom prst="rect">
                <a:avLst/>
              </a:prstGeom>
              <a:solidFill>
                <a:srgbClr val="FFFFFF"/>
              </a:solidFill>
              <a:ln>
                <a:noFill/>
              </a:ln>
            </p:spPr>
            <p:txBody>
              <a:bodyPr anchorCtr="0" anchor="t" bIns="2150" lIns="91425" spcFirstLastPara="1" rIns="91425" wrap="square" tIns="21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69" name="Google Shape;369;p1"/>
              <p:cNvSpPr/>
              <p:nvPr/>
            </p:nvSpPr>
            <p:spPr>
              <a:xfrm>
                <a:off x="4812840" y="3395880"/>
                <a:ext cx="682560" cy="3960"/>
              </a:xfrm>
              <a:custGeom>
                <a:rect b="b" l="l" r="r" t="t"/>
                <a:pathLst>
                  <a:path extrusionOk="0" h="3" w="463">
                    <a:moveTo>
                      <a:pt x="0" y="3"/>
                    </a:moveTo>
                    <a:lnTo>
                      <a:pt x="463" y="3"/>
                    </a:lnTo>
                    <a:lnTo>
                      <a:pt x="463" y="0"/>
                    </a:lnTo>
                    <a:lnTo>
                      <a:pt x="0" y="0"/>
                    </a:lnTo>
                  </a:path>
                </a:pathLst>
              </a:custGeom>
              <a:noFill/>
              <a:ln>
                <a:noFill/>
              </a:ln>
            </p:spPr>
            <p:txBody>
              <a:bodyPr anchorCtr="0" anchor="t" bIns="2150" lIns="91425" spcFirstLastPara="1" rIns="91425" wrap="square" tIns="21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70" name="Google Shape;370;p1"/>
              <p:cNvSpPr/>
              <p:nvPr/>
            </p:nvSpPr>
            <p:spPr>
              <a:xfrm>
                <a:off x="5100480" y="3382560"/>
                <a:ext cx="93960" cy="133920"/>
              </a:xfrm>
              <a:custGeom>
                <a:rect b="b" l="l" r="r" t="t"/>
                <a:pathLst>
                  <a:path extrusionOk="0" h="61" w="43">
                    <a:moveTo>
                      <a:pt x="11" y="0"/>
                    </a:moveTo>
                    <a:cubicBezTo>
                      <a:pt x="34" y="0"/>
                      <a:pt x="34" y="0"/>
                      <a:pt x="34" y="0"/>
                    </a:cubicBezTo>
                    <a:cubicBezTo>
                      <a:pt x="34" y="8"/>
                      <a:pt x="34" y="8"/>
                      <a:pt x="34" y="8"/>
                    </a:cubicBezTo>
                    <a:cubicBezTo>
                      <a:pt x="34" y="8"/>
                      <a:pt x="43" y="29"/>
                      <a:pt x="40" y="43"/>
                    </a:cubicBezTo>
                    <a:cubicBezTo>
                      <a:pt x="37" y="56"/>
                      <a:pt x="31" y="58"/>
                      <a:pt x="30" y="58"/>
                    </a:cubicBezTo>
                    <a:cubicBezTo>
                      <a:pt x="29" y="58"/>
                      <a:pt x="34" y="46"/>
                      <a:pt x="34" y="46"/>
                    </a:cubicBezTo>
                    <a:cubicBezTo>
                      <a:pt x="34" y="46"/>
                      <a:pt x="23" y="61"/>
                      <a:pt x="21" y="61"/>
                    </a:cubicBezTo>
                    <a:cubicBezTo>
                      <a:pt x="19" y="60"/>
                      <a:pt x="26" y="47"/>
                      <a:pt x="26" y="47"/>
                    </a:cubicBezTo>
                    <a:cubicBezTo>
                      <a:pt x="26" y="47"/>
                      <a:pt x="13" y="61"/>
                      <a:pt x="11" y="61"/>
                    </a:cubicBezTo>
                    <a:cubicBezTo>
                      <a:pt x="9" y="61"/>
                      <a:pt x="17" y="47"/>
                      <a:pt x="17" y="47"/>
                    </a:cubicBezTo>
                    <a:cubicBezTo>
                      <a:pt x="17" y="47"/>
                      <a:pt x="3" y="53"/>
                      <a:pt x="1" y="51"/>
                    </a:cubicBezTo>
                    <a:cubicBezTo>
                      <a:pt x="0" y="50"/>
                      <a:pt x="9" y="44"/>
                      <a:pt x="9" y="44"/>
                    </a:cubicBezTo>
                    <a:cubicBezTo>
                      <a:pt x="9" y="44"/>
                      <a:pt x="0" y="22"/>
                      <a:pt x="11" y="8"/>
                    </a:cubicBezTo>
                    <a:lnTo>
                      <a:pt x="11" y="0"/>
                    </a:lnTo>
                    <a:close/>
                  </a:path>
                </a:pathLst>
              </a:custGeom>
              <a:solidFill>
                <a:srgbClr val="8B6E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71" name="Google Shape;371;p1"/>
              <p:cNvSpPr/>
              <p:nvPr/>
            </p:nvSpPr>
            <p:spPr>
              <a:xfrm>
                <a:off x="5094360" y="2840040"/>
                <a:ext cx="326880" cy="555480"/>
              </a:xfrm>
              <a:custGeom>
                <a:rect b="b" l="l" r="r" t="t"/>
                <a:pathLst>
                  <a:path extrusionOk="0" h="252" w="149">
                    <a:moveTo>
                      <a:pt x="117" y="18"/>
                    </a:moveTo>
                    <a:cubicBezTo>
                      <a:pt x="149" y="44"/>
                      <a:pt x="50" y="144"/>
                      <a:pt x="50" y="144"/>
                    </a:cubicBezTo>
                    <a:cubicBezTo>
                      <a:pt x="41" y="252"/>
                      <a:pt x="41" y="252"/>
                      <a:pt x="41" y="252"/>
                    </a:cubicBezTo>
                    <a:cubicBezTo>
                      <a:pt x="9" y="252"/>
                      <a:pt x="9" y="252"/>
                      <a:pt x="9" y="252"/>
                    </a:cubicBezTo>
                    <a:cubicBezTo>
                      <a:pt x="9" y="252"/>
                      <a:pt x="0" y="189"/>
                      <a:pt x="5" y="148"/>
                    </a:cubicBezTo>
                    <a:cubicBezTo>
                      <a:pt x="10" y="107"/>
                      <a:pt x="95" y="0"/>
                      <a:pt x="117"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72" name="Google Shape;372;p1"/>
              <p:cNvSpPr/>
              <p:nvPr/>
            </p:nvSpPr>
            <p:spPr>
              <a:xfrm>
                <a:off x="5287680" y="2596680"/>
                <a:ext cx="244440" cy="77760"/>
              </a:xfrm>
              <a:custGeom>
                <a:rect b="b" l="l" r="r" t="t"/>
                <a:pathLst>
                  <a:path extrusionOk="0" h="36" w="112">
                    <a:moveTo>
                      <a:pt x="7" y="36"/>
                    </a:moveTo>
                    <a:cubicBezTo>
                      <a:pt x="111" y="36"/>
                      <a:pt x="111" y="36"/>
                      <a:pt x="111" y="36"/>
                    </a:cubicBezTo>
                    <a:cubicBezTo>
                      <a:pt x="112" y="36"/>
                      <a:pt x="112" y="35"/>
                      <a:pt x="111" y="34"/>
                    </a:cubicBezTo>
                    <a:cubicBezTo>
                      <a:pt x="106" y="32"/>
                      <a:pt x="98" y="30"/>
                      <a:pt x="88" y="29"/>
                    </a:cubicBezTo>
                    <a:cubicBezTo>
                      <a:pt x="85" y="28"/>
                      <a:pt x="82" y="26"/>
                      <a:pt x="82" y="23"/>
                    </a:cubicBezTo>
                    <a:cubicBezTo>
                      <a:pt x="80" y="16"/>
                      <a:pt x="76" y="3"/>
                      <a:pt x="62" y="2"/>
                    </a:cubicBezTo>
                    <a:cubicBezTo>
                      <a:pt x="42" y="0"/>
                      <a:pt x="10" y="7"/>
                      <a:pt x="3" y="19"/>
                    </a:cubicBezTo>
                    <a:cubicBezTo>
                      <a:pt x="0" y="26"/>
                      <a:pt x="7" y="36"/>
                      <a:pt x="7" y="36"/>
                    </a:cubicBezTo>
                    <a:close/>
                  </a:path>
                </a:pathLst>
              </a:custGeom>
              <a:solidFill>
                <a:schemeClr val="dk1"/>
              </a:solidFill>
              <a:ln>
                <a:noFill/>
              </a:ln>
            </p:spPr>
            <p:txBody>
              <a:bodyPr anchorCtr="0" anchor="t" bIns="38875" lIns="91425" spcFirstLastPara="1" rIns="91425" wrap="square" tIns="388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373" name="Google Shape;373;p1"/>
            <p:cNvGrpSpPr/>
            <p:nvPr/>
          </p:nvGrpSpPr>
          <p:grpSpPr>
            <a:xfrm>
              <a:off x="6360120" y="957600"/>
              <a:ext cx="326880" cy="328320"/>
              <a:chOff x="6360120" y="957600"/>
              <a:chExt cx="326880" cy="328320"/>
            </a:xfrm>
          </p:grpSpPr>
          <p:sp>
            <p:nvSpPr>
              <p:cNvPr id="374" name="Google Shape;374;p1"/>
              <p:cNvSpPr/>
              <p:nvPr/>
            </p:nvSpPr>
            <p:spPr>
              <a:xfrm>
                <a:off x="6501240" y="111672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75" name="Google Shape;375;p1"/>
              <p:cNvSpPr/>
              <p:nvPr/>
            </p:nvSpPr>
            <p:spPr>
              <a:xfrm>
                <a:off x="6570360" y="111672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76" name="Google Shape;376;p1"/>
              <p:cNvSpPr/>
              <p:nvPr/>
            </p:nvSpPr>
            <p:spPr>
              <a:xfrm>
                <a:off x="6639120" y="1116720"/>
                <a:ext cx="4788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77" name="Google Shape;377;p1"/>
              <p:cNvSpPr/>
              <p:nvPr/>
            </p:nvSpPr>
            <p:spPr>
              <a:xfrm>
                <a:off x="6431040" y="1116720"/>
                <a:ext cx="4824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78" name="Google Shape;378;p1"/>
              <p:cNvSpPr/>
              <p:nvPr/>
            </p:nvSpPr>
            <p:spPr>
              <a:xfrm>
                <a:off x="6360120" y="111672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79" name="Google Shape;379;p1"/>
              <p:cNvSpPr/>
              <p:nvPr/>
            </p:nvSpPr>
            <p:spPr>
              <a:xfrm>
                <a:off x="6518520" y="109908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0" name="Google Shape;380;p1"/>
              <p:cNvSpPr/>
              <p:nvPr/>
            </p:nvSpPr>
            <p:spPr>
              <a:xfrm>
                <a:off x="6518520" y="1168560"/>
                <a:ext cx="1224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1" name="Google Shape;381;p1"/>
              <p:cNvSpPr/>
              <p:nvPr/>
            </p:nvSpPr>
            <p:spPr>
              <a:xfrm>
                <a:off x="6518520" y="123660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2" name="Google Shape;382;p1"/>
              <p:cNvSpPr/>
              <p:nvPr/>
            </p:nvSpPr>
            <p:spPr>
              <a:xfrm>
                <a:off x="6518520" y="102780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3" name="Google Shape;383;p1"/>
              <p:cNvSpPr/>
              <p:nvPr/>
            </p:nvSpPr>
            <p:spPr>
              <a:xfrm>
                <a:off x="6518520" y="95760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grpSp>
        <p:nvGrpSpPr>
          <p:cNvPr id="384" name="Google Shape;384;p1"/>
          <p:cNvGrpSpPr/>
          <p:nvPr/>
        </p:nvGrpSpPr>
        <p:grpSpPr>
          <a:xfrm>
            <a:off x="1208880" y="3960000"/>
            <a:ext cx="326520" cy="328320"/>
            <a:chOff x="1208880" y="3960000"/>
            <a:chExt cx="326520" cy="328320"/>
          </a:xfrm>
        </p:grpSpPr>
        <p:sp>
          <p:nvSpPr>
            <p:cNvPr id="385" name="Google Shape;385;p1"/>
            <p:cNvSpPr/>
            <p:nvPr/>
          </p:nvSpPr>
          <p:spPr>
            <a:xfrm>
              <a:off x="1350000" y="411912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6" name="Google Shape;386;p1"/>
            <p:cNvSpPr/>
            <p:nvPr/>
          </p:nvSpPr>
          <p:spPr>
            <a:xfrm>
              <a:off x="1418760" y="411912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7" name="Google Shape;387;p1"/>
            <p:cNvSpPr/>
            <p:nvPr/>
          </p:nvSpPr>
          <p:spPr>
            <a:xfrm>
              <a:off x="1487520" y="4119120"/>
              <a:ext cx="4788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8" name="Google Shape;388;p1"/>
            <p:cNvSpPr/>
            <p:nvPr/>
          </p:nvSpPr>
          <p:spPr>
            <a:xfrm>
              <a:off x="1279440" y="4119120"/>
              <a:ext cx="4824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9" name="Google Shape;389;p1"/>
            <p:cNvSpPr/>
            <p:nvPr/>
          </p:nvSpPr>
          <p:spPr>
            <a:xfrm>
              <a:off x="1208880" y="411912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90" name="Google Shape;390;p1"/>
            <p:cNvSpPr/>
            <p:nvPr/>
          </p:nvSpPr>
          <p:spPr>
            <a:xfrm>
              <a:off x="1367280" y="410184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91" name="Google Shape;391;p1"/>
            <p:cNvSpPr/>
            <p:nvPr/>
          </p:nvSpPr>
          <p:spPr>
            <a:xfrm>
              <a:off x="1367280" y="4170960"/>
              <a:ext cx="1224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92" name="Google Shape;392;p1"/>
            <p:cNvSpPr/>
            <p:nvPr/>
          </p:nvSpPr>
          <p:spPr>
            <a:xfrm>
              <a:off x="1367280" y="423900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93" name="Google Shape;393;p1"/>
            <p:cNvSpPr/>
            <p:nvPr/>
          </p:nvSpPr>
          <p:spPr>
            <a:xfrm>
              <a:off x="1367280" y="403056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94" name="Google Shape;394;p1"/>
            <p:cNvSpPr/>
            <p:nvPr/>
          </p:nvSpPr>
          <p:spPr>
            <a:xfrm>
              <a:off x="1367280" y="396000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Tree>
  </p:cSld>
  <p:clrMapOvr>
    <a:masterClrMapping/>
  </p:clrMapOvr>
  <mc:AlternateContent>
    <mc:Choice Requires="p14">
      <p:transition spd="slow" p14:dur="15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93">
                                            <p:txEl>
                                              <p:pRg end="0" st="0"/>
                                            </p:txEl>
                                          </p:spTgt>
                                        </p:tgtEl>
                                        <p:attrNameLst>
                                          <p:attrName>style.visibility</p:attrName>
                                        </p:attrNameLst>
                                      </p:cBhvr>
                                      <p:to>
                                        <p:strVal val="visible"/>
                                      </p:to>
                                    </p:set>
                                    <p:anim calcmode="lin" valueType="num">
                                      <p:cBhvr additive="base">
                                        <p:cTn dur="1000"/>
                                        <p:tgtEl>
                                          <p:spTgt spid="19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
          <p:cNvSpPr txBox="1"/>
          <p:nvPr>
            <p:ph idx="4294967295" type="title"/>
          </p:nvPr>
        </p:nvSpPr>
        <p:spPr>
          <a:xfrm>
            <a:off x="723960" y="447840"/>
            <a:ext cx="7714800" cy="571320"/>
          </a:xfrm>
          <a:prstGeom prst="rect">
            <a:avLst/>
          </a:prstGeom>
          <a:noFill/>
          <a:ln>
            <a:noFill/>
          </a:ln>
        </p:spPr>
        <p:txBody>
          <a:bodyPr anchorCtr="0" anchor="t" bIns="91425" lIns="91425" spcFirstLastPara="1" rIns="91425" wrap="square" tIns="91425">
            <a:normAutofit fontScale="81242"/>
          </a:bodyPr>
          <a:lstStyle/>
          <a:p>
            <a:pPr indent="0" lvl="0" marL="0" marR="0" rtl="0" algn="ctr">
              <a:lnSpc>
                <a:spcPct val="100000"/>
              </a:lnSpc>
              <a:spcBef>
                <a:spcPts val="0"/>
              </a:spcBef>
              <a:spcAft>
                <a:spcPts val="0"/>
              </a:spcAft>
              <a:buClr>
                <a:schemeClr val="dk1"/>
              </a:buClr>
              <a:buSzPct val="100000"/>
              <a:buFont typeface="Plus Jakarta Sans ExtraBold"/>
              <a:buNone/>
            </a:pPr>
            <a:r>
              <a:rPr b="0" i="0" lang="en" sz="3200" u="none" cap="none" strike="noStrike">
                <a:solidFill>
                  <a:schemeClr val="dk1"/>
                </a:solidFill>
                <a:latin typeface="Plus Jakarta Sans ExtraBold"/>
                <a:ea typeface="Plus Jakarta Sans ExtraBold"/>
                <a:cs typeface="Plus Jakarta Sans ExtraBold"/>
                <a:sym typeface="Plus Jakarta Sans ExtraBold"/>
              </a:rPr>
              <a:t>Introduction</a:t>
            </a:r>
            <a:endParaRPr b="0" i="0" sz="3200" u="none" cap="none" strike="noStrike">
              <a:solidFill>
                <a:schemeClr val="dk1"/>
              </a:solidFill>
              <a:latin typeface="Arial"/>
              <a:ea typeface="Arial"/>
              <a:cs typeface="Arial"/>
              <a:sym typeface="Arial"/>
            </a:endParaRPr>
          </a:p>
        </p:txBody>
      </p:sp>
      <p:sp>
        <p:nvSpPr>
          <p:cNvPr id="400" name="Google Shape;400;p2"/>
          <p:cNvSpPr txBox="1"/>
          <p:nvPr>
            <p:ph idx="4294967295" type="subTitle"/>
          </p:nvPr>
        </p:nvSpPr>
        <p:spPr>
          <a:xfrm>
            <a:off x="930050" y="1495450"/>
            <a:ext cx="7104600" cy="24198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chemeClr val="dk1"/>
              </a:buClr>
              <a:buSzPts val="1400"/>
              <a:buFont typeface="Arial"/>
              <a:buNone/>
            </a:pPr>
            <a:r>
              <a:rPr b="0" i="0" lang="en" sz="1900" u="none" cap="none" strike="noStrike">
                <a:solidFill>
                  <a:schemeClr val="dk1"/>
                </a:solidFill>
                <a:latin typeface="DM Sans"/>
                <a:ea typeface="DM Sans"/>
                <a:cs typeface="DM Sans"/>
                <a:sym typeface="DM Sans"/>
              </a:rPr>
              <a:t>This project aims to predict diabetes using machine learning techniques and a graphical user interface (GUI). It demonstrates key skills in machine learning (ML) and data visualization, allowing users to understand how glucose and insulin levels correlate with diabetes diagnosis.</a:t>
            </a:r>
            <a:endParaRPr b="0" i="0" sz="1900" u="none" cap="none" strike="noStrike">
              <a:solidFill>
                <a:srgbClr val="000000"/>
              </a:solidFill>
              <a:latin typeface="Noto Sans Symbols"/>
              <a:ea typeface="Noto Sans Symbols"/>
              <a:cs typeface="Noto Sans Symbols"/>
              <a:sym typeface="Noto Sans Symbols"/>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1000"/>
                                        <p:tgtEl>
                                          <p:spTgt spid="40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
          <p:cNvSpPr txBox="1"/>
          <p:nvPr>
            <p:ph idx="4294967295" type="title"/>
          </p:nvPr>
        </p:nvSpPr>
        <p:spPr>
          <a:xfrm>
            <a:off x="4648320" y="3029040"/>
            <a:ext cx="3781080" cy="122832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chemeClr val="dk1"/>
              </a:buClr>
              <a:buSzPts val="3700"/>
              <a:buFont typeface="Plus Jakarta Sans ExtraBold"/>
              <a:buNone/>
            </a:pPr>
            <a:r>
              <a:rPr b="0" i="0" lang="en" sz="3700" u="none" cap="none" strike="noStrike">
                <a:solidFill>
                  <a:schemeClr val="dk1"/>
                </a:solidFill>
                <a:latin typeface="Plus Jakarta Sans ExtraBold"/>
                <a:ea typeface="Plus Jakarta Sans ExtraBold"/>
                <a:cs typeface="Plus Jakarta Sans ExtraBold"/>
                <a:sym typeface="Plus Jakarta Sans ExtraBold"/>
              </a:rPr>
              <a:t>Dataset</a:t>
            </a:r>
            <a:endParaRPr b="0" i="0" sz="3700" u="none" cap="none" strike="noStrike">
              <a:solidFill>
                <a:schemeClr val="dk1"/>
              </a:solidFill>
              <a:latin typeface="Arial"/>
              <a:ea typeface="Arial"/>
              <a:cs typeface="Arial"/>
              <a:sym typeface="Arial"/>
            </a:endParaRPr>
          </a:p>
        </p:txBody>
      </p:sp>
      <p:sp>
        <p:nvSpPr>
          <p:cNvPr id="406" name="Google Shape;406;p3"/>
          <p:cNvSpPr txBox="1"/>
          <p:nvPr>
            <p:ph idx="4294967295" type="title"/>
          </p:nvPr>
        </p:nvSpPr>
        <p:spPr>
          <a:xfrm>
            <a:off x="4648320" y="2371680"/>
            <a:ext cx="1618920" cy="657000"/>
          </a:xfrm>
          <a:prstGeom prst="rect">
            <a:avLst/>
          </a:prstGeom>
          <a:noFill/>
          <a:ln>
            <a:noFill/>
          </a:ln>
        </p:spPr>
        <p:txBody>
          <a:bodyPr anchorCtr="0" anchor="ctr" bIns="91425" lIns="91425" spcFirstLastPara="1" rIns="91425" wrap="square" tIns="91425">
            <a:normAutofit fontScale="87045"/>
          </a:bodyPr>
          <a:lstStyle/>
          <a:p>
            <a:pPr indent="0" lvl="0" marL="0" marR="0" rtl="0" algn="l">
              <a:lnSpc>
                <a:spcPct val="100000"/>
              </a:lnSpc>
              <a:spcBef>
                <a:spcPts val="0"/>
              </a:spcBef>
              <a:spcAft>
                <a:spcPts val="0"/>
              </a:spcAft>
              <a:buClr>
                <a:schemeClr val="dk1"/>
              </a:buClr>
              <a:buSzPct val="100000"/>
              <a:buFont typeface="Plus Jakarta Sans ExtraBold"/>
              <a:buNone/>
            </a:pPr>
            <a:r>
              <a:rPr b="0" i="0" lang="en" sz="3700" u="none" cap="none" strike="noStrike">
                <a:solidFill>
                  <a:schemeClr val="dk1"/>
                </a:solidFill>
                <a:latin typeface="Plus Jakarta Sans ExtraBold"/>
                <a:ea typeface="Plus Jakarta Sans ExtraBold"/>
                <a:cs typeface="Plus Jakarta Sans ExtraBold"/>
                <a:sym typeface="Plus Jakarta Sans ExtraBold"/>
              </a:rPr>
              <a:t>01</a:t>
            </a:r>
            <a:endParaRPr b="0" i="0" sz="3700" u="none" cap="none" strike="noStrike">
              <a:solidFill>
                <a:schemeClr val="dk1"/>
              </a:solidFill>
              <a:latin typeface="Arial"/>
              <a:ea typeface="Arial"/>
              <a:cs typeface="Arial"/>
              <a:sym typeface="Arial"/>
            </a:endParaRPr>
          </a:p>
        </p:txBody>
      </p:sp>
      <p:sp>
        <p:nvSpPr>
          <p:cNvPr id="407" name="Google Shape;407;p3"/>
          <p:cNvSpPr txBox="1"/>
          <p:nvPr>
            <p:ph idx="4294967295" type="subTitle"/>
          </p:nvPr>
        </p:nvSpPr>
        <p:spPr>
          <a:xfrm>
            <a:off x="4648320" y="4105440"/>
            <a:ext cx="3781080" cy="475920"/>
          </a:xfrm>
          <a:prstGeom prst="rect">
            <a:avLst/>
          </a:prstGeom>
          <a:noFill/>
          <a:ln>
            <a:noFill/>
          </a:ln>
        </p:spPr>
        <p:txBody>
          <a:bodyPr anchorCtr="0" anchor="ctr" bIns="91425" lIns="91425" spcFirstLastPara="1" rIns="91425" wrap="square" tIns="91425">
            <a:normAutofit/>
          </a:bodyPr>
          <a:lstStyle/>
          <a:p>
            <a:pPr indent="0" lvl="0" marL="22860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DM Sans"/>
              <a:ea typeface="DM Sans"/>
              <a:cs typeface="DM Sans"/>
              <a:sym typeface="DM Sans"/>
            </a:endParaRPr>
          </a:p>
        </p:txBody>
      </p:sp>
      <p:grpSp>
        <p:nvGrpSpPr>
          <p:cNvPr id="408" name="Google Shape;408;p3"/>
          <p:cNvGrpSpPr/>
          <p:nvPr/>
        </p:nvGrpSpPr>
        <p:grpSpPr>
          <a:xfrm>
            <a:off x="5102640" y="1183320"/>
            <a:ext cx="326520" cy="328320"/>
            <a:chOff x="5102640" y="1183320"/>
            <a:chExt cx="326520" cy="328320"/>
          </a:xfrm>
        </p:grpSpPr>
        <p:sp>
          <p:nvSpPr>
            <p:cNvPr id="409" name="Google Shape;409;p3"/>
            <p:cNvSpPr/>
            <p:nvPr/>
          </p:nvSpPr>
          <p:spPr>
            <a:xfrm>
              <a:off x="5243760" y="13424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0" name="Google Shape;410;p3"/>
            <p:cNvSpPr/>
            <p:nvPr/>
          </p:nvSpPr>
          <p:spPr>
            <a:xfrm>
              <a:off x="5312520" y="134244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1" name="Google Shape;411;p3"/>
            <p:cNvSpPr/>
            <p:nvPr/>
          </p:nvSpPr>
          <p:spPr>
            <a:xfrm>
              <a:off x="5381280" y="1342440"/>
              <a:ext cx="4788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2" name="Google Shape;412;p3"/>
            <p:cNvSpPr/>
            <p:nvPr/>
          </p:nvSpPr>
          <p:spPr>
            <a:xfrm>
              <a:off x="5173200" y="1342440"/>
              <a:ext cx="4824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3" name="Google Shape;413;p3"/>
            <p:cNvSpPr/>
            <p:nvPr/>
          </p:nvSpPr>
          <p:spPr>
            <a:xfrm>
              <a:off x="5102640" y="13424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4" name="Google Shape;414;p3"/>
            <p:cNvSpPr/>
            <p:nvPr/>
          </p:nvSpPr>
          <p:spPr>
            <a:xfrm>
              <a:off x="5261040" y="132480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5" name="Google Shape;415;p3"/>
            <p:cNvSpPr/>
            <p:nvPr/>
          </p:nvSpPr>
          <p:spPr>
            <a:xfrm>
              <a:off x="5261040" y="1394280"/>
              <a:ext cx="1224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6" name="Google Shape;416;p3"/>
            <p:cNvSpPr/>
            <p:nvPr/>
          </p:nvSpPr>
          <p:spPr>
            <a:xfrm>
              <a:off x="5261040" y="14623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7" name="Google Shape;417;p3"/>
            <p:cNvSpPr/>
            <p:nvPr/>
          </p:nvSpPr>
          <p:spPr>
            <a:xfrm>
              <a:off x="5261040" y="12535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8" name="Google Shape;418;p3"/>
            <p:cNvSpPr/>
            <p:nvPr/>
          </p:nvSpPr>
          <p:spPr>
            <a:xfrm>
              <a:off x="5261040" y="11833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419" name="Google Shape;419;p3"/>
          <p:cNvGrpSpPr/>
          <p:nvPr/>
        </p:nvGrpSpPr>
        <p:grpSpPr>
          <a:xfrm>
            <a:off x="592200" y="539640"/>
            <a:ext cx="3810600" cy="3237480"/>
            <a:chOff x="592200" y="539640"/>
            <a:chExt cx="3810600" cy="3237480"/>
          </a:xfrm>
        </p:grpSpPr>
        <p:grpSp>
          <p:nvGrpSpPr>
            <p:cNvPr id="420" name="Google Shape;420;p3"/>
            <p:cNvGrpSpPr/>
            <p:nvPr/>
          </p:nvGrpSpPr>
          <p:grpSpPr>
            <a:xfrm>
              <a:off x="703800" y="539640"/>
              <a:ext cx="3444480" cy="3237480"/>
              <a:chOff x="703800" y="539640"/>
              <a:chExt cx="3444480" cy="3237480"/>
            </a:xfrm>
          </p:grpSpPr>
          <p:sp>
            <p:nvSpPr>
              <p:cNvPr id="421" name="Google Shape;421;p3"/>
              <p:cNvSpPr/>
              <p:nvPr/>
            </p:nvSpPr>
            <p:spPr>
              <a:xfrm flipH="1">
                <a:off x="2124000" y="539640"/>
                <a:ext cx="2024280" cy="3237480"/>
              </a:xfrm>
              <a:custGeom>
                <a:rect b="b" l="l" r="r" t="t"/>
                <a:pathLst>
                  <a:path extrusionOk="0" h="931" w="637">
                    <a:moveTo>
                      <a:pt x="584" y="931"/>
                    </a:moveTo>
                    <a:cubicBezTo>
                      <a:pt x="0" y="931"/>
                      <a:pt x="0" y="931"/>
                      <a:pt x="0" y="931"/>
                    </a:cubicBezTo>
                    <a:cubicBezTo>
                      <a:pt x="0" y="319"/>
                      <a:pt x="0" y="319"/>
                      <a:pt x="0" y="319"/>
                    </a:cubicBezTo>
                    <a:cubicBezTo>
                      <a:pt x="0" y="143"/>
                      <a:pt x="142" y="0"/>
                      <a:pt x="318" y="0"/>
                    </a:cubicBezTo>
                    <a:cubicBezTo>
                      <a:pt x="318" y="0"/>
                      <a:pt x="318" y="0"/>
                      <a:pt x="318" y="0"/>
                    </a:cubicBezTo>
                    <a:cubicBezTo>
                      <a:pt x="494" y="0"/>
                      <a:pt x="637" y="143"/>
                      <a:pt x="637" y="319"/>
                    </a:cubicBezTo>
                    <a:cubicBezTo>
                      <a:pt x="637" y="879"/>
                      <a:pt x="637" y="879"/>
                      <a:pt x="637" y="879"/>
                    </a:cubicBezTo>
                    <a:cubicBezTo>
                      <a:pt x="637" y="907"/>
                      <a:pt x="613" y="931"/>
                      <a:pt x="584" y="93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2" name="Google Shape;422;p3"/>
              <p:cNvSpPr/>
              <p:nvPr/>
            </p:nvSpPr>
            <p:spPr>
              <a:xfrm flipH="1">
                <a:off x="703800" y="539640"/>
                <a:ext cx="2024280" cy="3237480"/>
              </a:xfrm>
              <a:custGeom>
                <a:rect b="b" l="l" r="r" t="t"/>
                <a:pathLst>
                  <a:path extrusionOk="0" h="931" w="637">
                    <a:moveTo>
                      <a:pt x="584" y="931"/>
                    </a:moveTo>
                    <a:cubicBezTo>
                      <a:pt x="0" y="931"/>
                      <a:pt x="0" y="931"/>
                      <a:pt x="0" y="931"/>
                    </a:cubicBezTo>
                    <a:cubicBezTo>
                      <a:pt x="0" y="319"/>
                      <a:pt x="0" y="319"/>
                      <a:pt x="0" y="319"/>
                    </a:cubicBezTo>
                    <a:cubicBezTo>
                      <a:pt x="0" y="143"/>
                      <a:pt x="142" y="0"/>
                      <a:pt x="318" y="0"/>
                    </a:cubicBezTo>
                    <a:cubicBezTo>
                      <a:pt x="318" y="0"/>
                      <a:pt x="318" y="0"/>
                      <a:pt x="318" y="0"/>
                    </a:cubicBezTo>
                    <a:cubicBezTo>
                      <a:pt x="494" y="0"/>
                      <a:pt x="637" y="143"/>
                      <a:pt x="637" y="319"/>
                    </a:cubicBezTo>
                    <a:cubicBezTo>
                      <a:pt x="637" y="879"/>
                      <a:pt x="637" y="879"/>
                      <a:pt x="637" y="879"/>
                    </a:cubicBezTo>
                    <a:cubicBezTo>
                      <a:pt x="637" y="907"/>
                      <a:pt x="613" y="931"/>
                      <a:pt x="584" y="93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423" name="Google Shape;423;p3"/>
            <p:cNvGrpSpPr/>
            <p:nvPr/>
          </p:nvGrpSpPr>
          <p:grpSpPr>
            <a:xfrm>
              <a:off x="1639440" y="1274040"/>
              <a:ext cx="2230920" cy="2223720"/>
              <a:chOff x="1639440" y="1274040"/>
              <a:chExt cx="2230920" cy="2223720"/>
            </a:xfrm>
          </p:grpSpPr>
          <p:sp>
            <p:nvSpPr>
              <p:cNvPr id="424" name="Google Shape;424;p3"/>
              <p:cNvSpPr/>
              <p:nvPr/>
            </p:nvSpPr>
            <p:spPr>
              <a:xfrm>
                <a:off x="2010240" y="1954440"/>
                <a:ext cx="73800" cy="74880"/>
              </a:xfrm>
              <a:prstGeom prst="rect">
                <a:avLst/>
              </a:prstGeom>
              <a:solidFill>
                <a:srgbClr val="FFFFFF"/>
              </a:solidFill>
              <a:ln>
                <a:noFill/>
              </a:ln>
            </p:spPr>
            <p:txBody>
              <a:bodyPr anchorCtr="0" anchor="t" bIns="37425" lIns="91425" spcFirstLastPara="1" rIns="91425" wrap="square" tIns="37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5" name="Google Shape;425;p3"/>
              <p:cNvSpPr/>
              <p:nvPr/>
            </p:nvSpPr>
            <p:spPr>
              <a:xfrm>
                <a:off x="2991960" y="1954440"/>
                <a:ext cx="73800" cy="74880"/>
              </a:xfrm>
              <a:prstGeom prst="rect">
                <a:avLst/>
              </a:prstGeom>
              <a:solidFill>
                <a:srgbClr val="FFFFFF"/>
              </a:solidFill>
              <a:ln>
                <a:noFill/>
              </a:ln>
            </p:spPr>
            <p:txBody>
              <a:bodyPr anchorCtr="0" anchor="t" bIns="37425" lIns="91425" spcFirstLastPara="1" rIns="91425" wrap="square" tIns="37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6" name="Google Shape;426;p3"/>
              <p:cNvSpPr/>
              <p:nvPr/>
            </p:nvSpPr>
            <p:spPr>
              <a:xfrm>
                <a:off x="2452680" y="2845080"/>
                <a:ext cx="602280" cy="652680"/>
              </a:xfrm>
              <a:custGeom>
                <a:rect b="b" l="l" r="r" t="t"/>
                <a:pathLst>
                  <a:path extrusionOk="0" h="546" w="504">
                    <a:moveTo>
                      <a:pt x="504" y="546"/>
                    </a:moveTo>
                    <a:lnTo>
                      <a:pt x="0" y="546"/>
                    </a:lnTo>
                    <a:lnTo>
                      <a:pt x="95" y="0"/>
                    </a:lnTo>
                    <a:lnTo>
                      <a:pt x="411" y="0"/>
                    </a:lnTo>
                    <a:lnTo>
                      <a:pt x="504" y="54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7" name="Google Shape;427;p3"/>
              <p:cNvSpPr/>
              <p:nvPr/>
            </p:nvSpPr>
            <p:spPr>
              <a:xfrm>
                <a:off x="1639440" y="1274040"/>
                <a:ext cx="2230920" cy="1591200"/>
              </a:xfrm>
              <a:custGeom>
                <a:rect b="b" l="l" r="r" t="t"/>
                <a:pathLst>
                  <a:path extrusionOk="0" h="685" w="963">
                    <a:moveTo>
                      <a:pt x="937" y="685"/>
                    </a:moveTo>
                    <a:cubicBezTo>
                      <a:pt x="26" y="685"/>
                      <a:pt x="26" y="685"/>
                      <a:pt x="26" y="685"/>
                    </a:cubicBezTo>
                    <a:cubicBezTo>
                      <a:pt x="11" y="685"/>
                      <a:pt x="0" y="673"/>
                      <a:pt x="0" y="659"/>
                    </a:cubicBezTo>
                    <a:cubicBezTo>
                      <a:pt x="0" y="26"/>
                      <a:pt x="0" y="26"/>
                      <a:pt x="0" y="26"/>
                    </a:cubicBezTo>
                    <a:cubicBezTo>
                      <a:pt x="0" y="12"/>
                      <a:pt x="11" y="0"/>
                      <a:pt x="26" y="0"/>
                    </a:cubicBezTo>
                    <a:cubicBezTo>
                      <a:pt x="937" y="0"/>
                      <a:pt x="937" y="0"/>
                      <a:pt x="937" y="0"/>
                    </a:cubicBezTo>
                    <a:cubicBezTo>
                      <a:pt x="951" y="0"/>
                      <a:pt x="963" y="12"/>
                      <a:pt x="963" y="26"/>
                    </a:cubicBezTo>
                    <a:cubicBezTo>
                      <a:pt x="963" y="659"/>
                      <a:pt x="963" y="659"/>
                      <a:pt x="963" y="659"/>
                    </a:cubicBezTo>
                    <a:cubicBezTo>
                      <a:pt x="963" y="673"/>
                      <a:pt x="951" y="685"/>
                      <a:pt x="937" y="68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8" name="Google Shape;428;p3"/>
              <p:cNvSpPr/>
              <p:nvPr/>
            </p:nvSpPr>
            <p:spPr>
              <a:xfrm>
                <a:off x="1720800" y="1355400"/>
                <a:ext cx="2066040" cy="142848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9" name="Google Shape;429;p3"/>
              <p:cNvSpPr/>
              <p:nvPr/>
            </p:nvSpPr>
            <p:spPr>
              <a:xfrm>
                <a:off x="3282480" y="1461960"/>
                <a:ext cx="506520" cy="898920"/>
              </a:xfrm>
              <a:custGeom>
                <a:rect b="b" l="l" r="r" t="t"/>
                <a:pathLst>
                  <a:path extrusionOk="0" h="387" w="219">
                    <a:moveTo>
                      <a:pt x="219" y="387"/>
                    </a:moveTo>
                    <a:cubicBezTo>
                      <a:pt x="14" y="387"/>
                      <a:pt x="14" y="387"/>
                      <a:pt x="14" y="387"/>
                    </a:cubicBezTo>
                    <a:cubicBezTo>
                      <a:pt x="6" y="387"/>
                      <a:pt x="0" y="380"/>
                      <a:pt x="0" y="373"/>
                    </a:cubicBezTo>
                    <a:cubicBezTo>
                      <a:pt x="0" y="0"/>
                      <a:pt x="0" y="0"/>
                      <a:pt x="0" y="0"/>
                    </a:cubicBezTo>
                    <a:cubicBezTo>
                      <a:pt x="219" y="0"/>
                      <a:pt x="219" y="0"/>
                      <a:pt x="219" y="0"/>
                    </a:cubicBezTo>
                    <a:lnTo>
                      <a:pt x="219" y="387"/>
                    </a:lnTo>
                    <a:close/>
                  </a:path>
                </a:pathLst>
              </a:custGeom>
              <a:solidFill>
                <a:srgbClr val="B5B5B5">
                  <a:alpha val="3372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0" name="Google Shape;430;p3"/>
              <p:cNvSpPr/>
              <p:nvPr/>
            </p:nvSpPr>
            <p:spPr>
              <a:xfrm>
                <a:off x="1720800" y="1355400"/>
                <a:ext cx="237600" cy="1189440"/>
              </a:xfrm>
              <a:prstGeom prst="rect">
                <a:avLst/>
              </a:prstGeom>
              <a:solidFill>
                <a:srgbClr val="B5B5B5">
                  <a:alpha val="3372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1" name="Google Shape;431;p3"/>
              <p:cNvSpPr/>
              <p:nvPr/>
            </p:nvSpPr>
            <p:spPr>
              <a:xfrm>
                <a:off x="1720800" y="1355400"/>
                <a:ext cx="2066040" cy="1062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2" name="Google Shape;432;p3"/>
              <p:cNvSpPr/>
              <p:nvPr/>
            </p:nvSpPr>
            <p:spPr>
              <a:xfrm>
                <a:off x="3354120" y="1571760"/>
                <a:ext cx="360720" cy="3618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3" name="Google Shape;433;p3"/>
              <p:cNvSpPr/>
              <p:nvPr/>
            </p:nvSpPr>
            <p:spPr>
              <a:xfrm>
                <a:off x="3354120" y="2111040"/>
                <a:ext cx="69120" cy="69120"/>
              </a:xfrm>
              <a:prstGeom prst="ellipse">
                <a:avLst/>
              </a:prstGeom>
              <a:solidFill>
                <a:schemeClr val="dk1"/>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4" name="Google Shape;434;p3"/>
              <p:cNvSpPr/>
              <p:nvPr/>
            </p:nvSpPr>
            <p:spPr>
              <a:xfrm>
                <a:off x="3450960" y="2111040"/>
                <a:ext cx="69120" cy="69120"/>
              </a:xfrm>
              <a:prstGeom prst="ellipse">
                <a:avLst/>
              </a:prstGeom>
              <a:solidFill>
                <a:schemeClr val="dk1"/>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5" name="Google Shape;435;p3"/>
              <p:cNvSpPr/>
              <p:nvPr/>
            </p:nvSpPr>
            <p:spPr>
              <a:xfrm>
                <a:off x="3549240" y="2111040"/>
                <a:ext cx="69120" cy="69120"/>
              </a:xfrm>
              <a:prstGeom prst="ellipse">
                <a:avLst/>
              </a:prstGeom>
              <a:solidFill>
                <a:schemeClr val="accent1"/>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6" name="Google Shape;436;p3"/>
              <p:cNvSpPr/>
              <p:nvPr/>
            </p:nvSpPr>
            <p:spPr>
              <a:xfrm>
                <a:off x="3648240" y="2111040"/>
                <a:ext cx="69120" cy="69120"/>
              </a:xfrm>
              <a:prstGeom prst="ellipse">
                <a:avLst/>
              </a:prstGeom>
              <a:solidFill>
                <a:schemeClr val="accent4"/>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7" name="Google Shape;437;p3"/>
              <p:cNvSpPr/>
              <p:nvPr/>
            </p:nvSpPr>
            <p:spPr>
              <a:xfrm>
                <a:off x="3354120" y="2207880"/>
                <a:ext cx="69120" cy="69120"/>
              </a:xfrm>
              <a:prstGeom prst="ellipse">
                <a:avLst/>
              </a:pr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8" name="Google Shape;438;p3"/>
              <p:cNvSpPr/>
              <p:nvPr/>
            </p:nvSpPr>
            <p:spPr>
              <a:xfrm>
                <a:off x="3450960" y="2207880"/>
                <a:ext cx="69120" cy="69120"/>
              </a:xfrm>
              <a:prstGeom prst="ellipse">
                <a:avLst/>
              </a:prstGeom>
              <a:solidFill>
                <a:schemeClr val="dk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9" name="Google Shape;439;p3"/>
              <p:cNvSpPr/>
              <p:nvPr/>
            </p:nvSpPr>
            <p:spPr>
              <a:xfrm>
                <a:off x="3549240" y="2207880"/>
                <a:ext cx="69120" cy="69120"/>
              </a:xfrm>
              <a:prstGeom prst="ellipse">
                <a:avLst/>
              </a:prstGeom>
              <a:solidFill>
                <a:schemeClr val="accen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0" name="Google Shape;440;p3"/>
              <p:cNvSpPr/>
              <p:nvPr/>
            </p:nvSpPr>
            <p:spPr>
              <a:xfrm>
                <a:off x="3648240" y="2207880"/>
                <a:ext cx="69120" cy="69120"/>
              </a:xfrm>
              <a:prstGeom prst="ellipse">
                <a:avLst/>
              </a:prstGeom>
              <a:solidFill>
                <a:schemeClr val="accent6"/>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1" name="Google Shape;441;p3"/>
              <p:cNvSpPr/>
              <p:nvPr/>
            </p:nvSpPr>
            <p:spPr>
              <a:xfrm>
                <a:off x="2388240" y="1810800"/>
                <a:ext cx="733680" cy="226800"/>
              </a:xfrm>
              <a:custGeom>
                <a:rect b="b" l="l" r="r" t="t"/>
                <a:pathLst>
                  <a:path extrusionOk="0" h="98" w="317">
                    <a:moveTo>
                      <a:pt x="317" y="98"/>
                    </a:moveTo>
                    <a:cubicBezTo>
                      <a:pt x="0" y="98"/>
                      <a:pt x="0" y="98"/>
                      <a:pt x="0" y="98"/>
                    </a:cubicBezTo>
                    <a:cubicBezTo>
                      <a:pt x="0" y="0"/>
                      <a:pt x="0" y="0"/>
                      <a:pt x="0" y="0"/>
                    </a:cubicBezTo>
                    <a:cubicBezTo>
                      <a:pt x="269" y="0"/>
                      <a:pt x="269" y="0"/>
                      <a:pt x="269" y="0"/>
                    </a:cubicBezTo>
                    <a:cubicBezTo>
                      <a:pt x="295" y="0"/>
                      <a:pt x="317" y="22"/>
                      <a:pt x="317" y="48"/>
                    </a:cubicBezTo>
                    <a:lnTo>
                      <a:pt x="317" y="9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2" name="Google Shape;442;p3"/>
              <p:cNvSpPr/>
              <p:nvPr/>
            </p:nvSpPr>
            <p:spPr>
              <a:xfrm>
                <a:off x="2267280" y="2038320"/>
                <a:ext cx="157320" cy="238680"/>
              </a:xfrm>
              <a:custGeom>
                <a:rect b="b" l="l" r="r" t="t"/>
                <a:pathLst>
                  <a:path extrusionOk="0" h="200" w="132">
                    <a:moveTo>
                      <a:pt x="132" y="0"/>
                    </a:moveTo>
                    <a:lnTo>
                      <a:pt x="116" y="0"/>
                    </a:lnTo>
                    <a:lnTo>
                      <a:pt x="0" y="200"/>
                    </a:lnTo>
                    <a:lnTo>
                      <a:pt x="15"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3" name="Google Shape;443;p3"/>
              <p:cNvSpPr/>
              <p:nvPr/>
            </p:nvSpPr>
            <p:spPr>
              <a:xfrm>
                <a:off x="2464560" y="2038320"/>
                <a:ext cx="156240" cy="238680"/>
              </a:xfrm>
              <a:custGeom>
                <a:rect b="b" l="l" r="r" t="t"/>
                <a:pathLst>
                  <a:path extrusionOk="0" h="200" w="131">
                    <a:moveTo>
                      <a:pt x="131" y="0"/>
                    </a:moveTo>
                    <a:lnTo>
                      <a:pt x="116" y="0"/>
                    </a:lnTo>
                    <a:lnTo>
                      <a:pt x="0" y="200"/>
                    </a:lnTo>
                    <a:lnTo>
                      <a:pt x="15" y="200"/>
                    </a:lnTo>
                    <a:lnTo>
                      <a:pt x="131"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4" name="Google Shape;444;p3"/>
              <p:cNvSpPr/>
              <p:nvPr/>
            </p:nvSpPr>
            <p:spPr>
              <a:xfrm>
                <a:off x="2306880" y="2038320"/>
                <a:ext cx="157320" cy="238680"/>
              </a:xfrm>
              <a:custGeom>
                <a:rect b="b" l="l" r="r" t="t"/>
                <a:pathLst>
                  <a:path extrusionOk="0" h="200" w="132">
                    <a:moveTo>
                      <a:pt x="132" y="0"/>
                    </a:moveTo>
                    <a:lnTo>
                      <a:pt x="116" y="0"/>
                    </a:lnTo>
                    <a:lnTo>
                      <a:pt x="0" y="200"/>
                    </a:lnTo>
                    <a:lnTo>
                      <a:pt x="15"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5" name="Google Shape;445;p3"/>
              <p:cNvSpPr/>
              <p:nvPr/>
            </p:nvSpPr>
            <p:spPr>
              <a:xfrm>
                <a:off x="2425320" y="2038320"/>
                <a:ext cx="156240" cy="238680"/>
              </a:xfrm>
              <a:custGeom>
                <a:rect b="b" l="l" r="r" t="t"/>
                <a:pathLst>
                  <a:path extrusionOk="0" h="200" w="131">
                    <a:moveTo>
                      <a:pt x="131" y="0"/>
                    </a:moveTo>
                    <a:lnTo>
                      <a:pt x="116" y="0"/>
                    </a:lnTo>
                    <a:lnTo>
                      <a:pt x="0" y="200"/>
                    </a:lnTo>
                    <a:lnTo>
                      <a:pt x="15" y="200"/>
                    </a:lnTo>
                    <a:lnTo>
                      <a:pt x="131"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6" name="Google Shape;446;p3"/>
              <p:cNvSpPr/>
              <p:nvPr/>
            </p:nvSpPr>
            <p:spPr>
              <a:xfrm>
                <a:off x="2385720" y="2038320"/>
                <a:ext cx="156240" cy="238680"/>
              </a:xfrm>
              <a:custGeom>
                <a:rect b="b" l="l" r="r" t="t"/>
                <a:pathLst>
                  <a:path extrusionOk="0" h="200" w="131">
                    <a:moveTo>
                      <a:pt x="131" y="0"/>
                    </a:moveTo>
                    <a:lnTo>
                      <a:pt x="116" y="0"/>
                    </a:lnTo>
                    <a:lnTo>
                      <a:pt x="0" y="200"/>
                    </a:lnTo>
                    <a:lnTo>
                      <a:pt x="15" y="200"/>
                    </a:lnTo>
                    <a:lnTo>
                      <a:pt x="131"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7" name="Google Shape;447;p3"/>
              <p:cNvSpPr/>
              <p:nvPr/>
            </p:nvSpPr>
            <p:spPr>
              <a:xfrm>
                <a:off x="2346120" y="2038320"/>
                <a:ext cx="157320" cy="238680"/>
              </a:xfrm>
              <a:custGeom>
                <a:rect b="b" l="l" r="r" t="t"/>
                <a:pathLst>
                  <a:path extrusionOk="0" h="200" w="132">
                    <a:moveTo>
                      <a:pt x="132" y="0"/>
                    </a:moveTo>
                    <a:lnTo>
                      <a:pt x="116" y="0"/>
                    </a:lnTo>
                    <a:lnTo>
                      <a:pt x="0" y="200"/>
                    </a:lnTo>
                    <a:lnTo>
                      <a:pt x="15"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8" name="Google Shape;448;p3"/>
              <p:cNvSpPr/>
              <p:nvPr/>
            </p:nvSpPr>
            <p:spPr>
              <a:xfrm>
                <a:off x="2248200" y="2038320"/>
                <a:ext cx="137160" cy="232920"/>
              </a:xfrm>
              <a:custGeom>
                <a:rect b="b" l="l" r="r" t="t"/>
                <a:pathLst>
                  <a:path extrusionOk="0" h="195" w="115">
                    <a:moveTo>
                      <a:pt x="115" y="0"/>
                    </a:moveTo>
                    <a:lnTo>
                      <a:pt x="99" y="0"/>
                    </a:lnTo>
                    <a:lnTo>
                      <a:pt x="0" y="169"/>
                    </a:lnTo>
                    <a:lnTo>
                      <a:pt x="0" y="195"/>
                    </a:lnTo>
                    <a:lnTo>
                      <a:pt x="11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9" name="Google Shape;449;p3"/>
              <p:cNvSpPr/>
              <p:nvPr/>
            </p:nvSpPr>
            <p:spPr>
              <a:xfrm>
                <a:off x="2248200" y="2038320"/>
                <a:ext cx="18720" cy="30600"/>
              </a:xfrm>
              <a:custGeom>
                <a:rect b="b" l="l" r="r" t="t"/>
                <a:pathLst>
                  <a:path extrusionOk="0" h="26" w="16">
                    <a:moveTo>
                      <a:pt x="0" y="0"/>
                    </a:moveTo>
                    <a:lnTo>
                      <a:pt x="0" y="26"/>
                    </a:lnTo>
                    <a:lnTo>
                      <a:pt x="16" y="0"/>
                    </a:lnTo>
                    <a:lnTo>
                      <a:pt x="0" y="0"/>
                    </a:lnTo>
                    <a:close/>
                  </a:path>
                </a:pathLst>
              </a:custGeom>
              <a:solidFill>
                <a:schemeClr val="lt2"/>
              </a:solidFill>
              <a:ln>
                <a:noFill/>
              </a:ln>
            </p:spPr>
            <p:txBody>
              <a:bodyPr anchorCtr="0" anchor="t" bIns="15475" lIns="91425" spcFirstLastPara="1" rIns="91425" wrap="square" tIns="15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0" name="Google Shape;450;p3"/>
              <p:cNvSpPr/>
              <p:nvPr/>
            </p:nvSpPr>
            <p:spPr>
              <a:xfrm>
                <a:off x="2248200" y="2038320"/>
                <a:ext cx="58320" cy="97560"/>
              </a:xfrm>
              <a:custGeom>
                <a:rect b="b" l="l" r="r" t="t"/>
                <a:pathLst>
                  <a:path extrusionOk="0" h="82" w="49">
                    <a:moveTo>
                      <a:pt x="49" y="0"/>
                    </a:moveTo>
                    <a:lnTo>
                      <a:pt x="33" y="0"/>
                    </a:lnTo>
                    <a:lnTo>
                      <a:pt x="0" y="57"/>
                    </a:lnTo>
                    <a:lnTo>
                      <a:pt x="0" y="82"/>
                    </a:lnTo>
                    <a:lnTo>
                      <a:pt x="4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1" name="Google Shape;451;p3"/>
              <p:cNvSpPr/>
              <p:nvPr/>
            </p:nvSpPr>
            <p:spPr>
              <a:xfrm>
                <a:off x="2248200" y="2038320"/>
                <a:ext cx="97560" cy="164520"/>
              </a:xfrm>
              <a:custGeom>
                <a:rect b="b" l="l" r="r" t="t"/>
                <a:pathLst>
                  <a:path extrusionOk="0" h="138" w="82">
                    <a:moveTo>
                      <a:pt x="82" y="0"/>
                    </a:moveTo>
                    <a:lnTo>
                      <a:pt x="66" y="0"/>
                    </a:lnTo>
                    <a:lnTo>
                      <a:pt x="0" y="113"/>
                    </a:lnTo>
                    <a:lnTo>
                      <a:pt x="0" y="138"/>
                    </a:lnTo>
                    <a:lnTo>
                      <a:pt x="8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2" name="Google Shape;452;p3"/>
              <p:cNvSpPr/>
              <p:nvPr/>
            </p:nvSpPr>
            <p:spPr>
              <a:xfrm>
                <a:off x="2895120" y="2237760"/>
                <a:ext cx="22320" cy="39240"/>
              </a:xfrm>
              <a:custGeom>
                <a:rect b="b" l="l" r="r" t="t"/>
                <a:pathLst>
                  <a:path extrusionOk="0" h="33" w="19">
                    <a:moveTo>
                      <a:pt x="19" y="28"/>
                    </a:moveTo>
                    <a:lnTo>
                      <a:pt x="19" y="0"/>
                    </a:lnTo>
                    <a:lnTo>
                      <a:pt x="0" y="33"/>
                    </a:lnTo>
                    <a:lnTo>
                      <a:pt x="16" y="33"/>
                    </a:lnTo>
                    <a:lnTo>
                      <a:pt x="19" y="28"/>
                    </a:lnTo>
                    <a:close/>
                  </a:path>
                </a:pathLst>
              </a:custGeom>
              <a:solidFill>
                <a:schemeClr val="lt2"/>
              </a:solidFill>
              <a:ln>
                <a:noFill/>
              </a:ln>
            </p:spPr>
            <p:txBody>
              <a:bodyPr anchorCtr="0" anchor="t" bIns="19800" lIns="91425" spcFirstLastPara="1" rIns="91425" wrap="square" tIns="198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3" name="Google Shape;453;p3"/>
              <p:cNvSpPr/>
              <p:nvPr/>
            </p:nvSpPr>
            <p:spPr>
              <a:xfrm>
                <a:off x="2739600" y="2038320"/>
                <a:ext cx="155160" cy="238680"/>
              </a:xfrm>
              <a:custGeom>
                <a:rect b="b" l="l" r="r" t="t"/>
                <a:pathLst>
                  <a:path extrusionOk="0" h="200" w="130">
                    <a:moveTo>
                      <a:pt x="130" y="0"/>
                    </a:moveTo>
                    <a:lnTo>
                      <a:pt x="116" y="0"/>
                    </a:lnTo>
                    <a:lnTo>
                      <a:pt x="0" y="200"/>
                    </a:lnTo>
                    <a:lnTo>
                      <a:pt x="14" y="200"/>
                    </a:lnTo>
                    <a:lnTo>
                      <a:pt x="13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4" name="Google Shape;454;p3"/>
              <p:cNvSpPr/>
              <p:nvPr/>
            </p:nvSpPr>
            <p:spPr>
              <a:xfrm>
                <a:off x="2504160" y="2038320"/>
                <a:ext cx="156240" cy="238680"/>
              </a:xfrm>
              <a:custGeom>
                <a:rect b="b" l="l" r="r" t="t"/>
                <a:pathLst>
                  <a:path extrusionOk="0" h="200" w="131">
                    <a:moveTo>
                      <a:pt x="131" y="0"/>
                    </a:moveTo>
                    <a:lnTo>
                      <a:pt x="116" y="0"/>
                    </a:lnTo>
                    <a:lnTo>
                      <a:pt x="0" y="200"/>
                    </a:lnTo>
                    <a:lnTo>
                      <a:pt x="15" y="200"/>
                    </a:lnTo>
                    <a:lnTo>
                      <a:pt x="131"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5" name="Google Shape;455;p3"/>
              <p:cNvSpPr/>
              <p:nvPr/>
            </p:nvSpPr>
            <p:spPr>
              <a:xfrm>
                <a:off x="2700000" y="2038320"/>
                <a:ext cx="155160" cy="238680"/>
              </a:xfrm>
              <a:custGeom>
                <a:rect b="b" l="l" r="r" t="t"/>
                <a:pathLst>
                  <a:path extrusionOk="0" h="200" w="130">
                    <a:moveTo>
                      <a:pt x="130" y="0"/>
                    </a:moveTo>
                    <a:lnTo>
                      <a:pt x="117" y="0"/>
                    </a:lnTo>
                    <a:lnTo>
                      <a:pt x="0" y="200"/>
                    </a:lnTo>
                    <a:lnTo>
                      <a:pt x="14" y="200"/>
                    </a:lnTo>
                    <a:lnTo>
                      <a:pt x="13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6" name="Google Shape;456;p3"/>
              <p:cNvSpPr/>
              <p:nvPr/>
            </p:nvSpPr>
            <p:spPr>
              <a:xfrm>
                <a:off x="2816280" y="2103840"/>
                <a:ext cx="101160" cy="173160"/>
              </a:xfrm>
              <a:custGeom>
                <a:rect b="b" l="l" r="r" t="t"/>
                <a:pathLst>
                  <a:path extrusionOk="0" h="145" w="85">
                    <a:moveTo>
                      <a:pt x="85" y="27"/>
                    </a:moveTo>
                    <a:lnTo>
                      <a:pt x="85" y="0"/>
                    </a:lnTo>
                    <a:lnTo>
                      <a:pt x="0" y="145"/>
                    </a:lnTo>
                    <a:lnTo>
                      <a:pt x="16" y="145"/>
                    </a:lnTo>
                    <a:lnTo>
                      <a:pt x="85" y="2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7" name="Google Shape;457;p3"/>
              <p:cNvSpPr/>
              <p:nvPr/>
            </p:nvSpPr>
            <p:spPr>
              <a:xfrm>
                <a:off x="2855520" y="2170800"/>
                <a:ext cx="61920" cy="106200"/>
              </a:xfrm>
              <a:custGeom>
                <a:rect b="b" l="l" r="r" t="t"/>
                <a:pathLst>
                  <a:path extrusionOk="0" h="89" w="52">
                    <a:moveTo>
                      <a:pt x="52" y="27"/>
                    </a:moveTo>
                    <a:lnTo>
                      <a:pt x="52" y="0"/>
                    </a:lnTo>
                    <a:lnTo>
                      <a:pt x="0" y="89"/>
                    </a:lnTo>
                    <a:lnTo>
                      <a:pt x="16" y="89"/>
                    </a:lnTo>
                    <a:lnTo>
                      <a:pt x="52" y="2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8" name="Google Shape;458;p3"/>
              <p:cNvSpPr/>
              <p:nvPr/>
            </p:nvSpPr>
            <p:spPr>
              <a:xfrm>
                <a:off x="2776680" y="2038320"/>
                <a:ext cx="140760" cy="238680"/>
              </a:xfrm>
              <a:custGeom>
                <a:rect b="b" l="l" r="r" t="t"/>
                <a:pathLst>
                  <a:path extrusionOk="0" h="200" w="118">
                    <a:moveTo>
                      <a:pt x="118" y="26"/>
                    </a:moveTo>
                    <a:lnTo>
                      <a:pt x="118" y="0"/>
                    </a:lnTo>
                    <a:lnTo>
                      <a:pt x="118" y="0"/>
                    </a:lnTo>
                    <a:lnTo>
                      <a:pt x="0" y="200"/>
                    </a:lnTo>
                    <a:lnTo>
                      <a:pt x="16" y="200"/>
                    </a:lnTo>
                    <a:lnTo>
                      <a:pt x="118" y="2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9" name="Google Shape;459;p3"/>
              <p:cNvSpPr/>
              <p:nvPr/>
            </p:nvSpPr>
            <p:spPr>
              <a:xfrm>
                <a:off x="2542320" y="2038320"/>
                <a:ext cx="157320" cy="238680"/>
              </a:xfrm>
              <a:custGeom>
                <a:rect b="b" l="l" r="r" t="t"/>
                <a:pathLst>
                  <a:path extrusionOk="0" h="200" w="132">
                    <a:moveTo>
                      <a:pt x="132" y="0"/>
                    </a:moveTo>
                    <a:lnTo>
                      <a:pt x="117" y="0"/>
                    </a:lnTo>
                    <a:lnTo>
                      <a:pt x="0" y="200"/>
                    </a:lnTo>
                    <a:lnTo>
                      <a:pt x="16"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0" name="Google Shape;460;p3"/>
              <p:cNvSpPr/>
              <p:nvPr/>
            </p:nvSpPr>
            <p:spPr>
              <a:xfrm>
                <a:off x="2660760" y="2038320"/>
                <a:ext cx="157320" cy="238680"/>
              </a:xfrm>
              <a:custGeom>
                <a:rect b="b" l="l" r="r" t="t"/>
                <a:pathLst>
                  <a:path extrusionOk="0" h="200" w="132">
                    <a:moveTo>
                      <a:pt x="132" y="0"/>
                    </a:moveTo>
                    <a:lnTo>
                      <a:pt x="117" y="0"/>
                    </a:lnTo>
                    <a:lnTo>
                      <a:pt x="0" y="200"/>
                    </a:lnTo>
                    <a:lnTo>
                      <a:pt x="14"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1" name="Google Shape;461;p3"/>
              <p:cNvSpPr/>
              <p:nvPr/>
            </p:nvSpPr>
            <p:spPr>
              <a:xfrm>
                <a:off x="2581920" y="2038320"/>
                <a:ext cx="157320" cy="238680"/>
              </a:xfrm>
              <a:custGeom>
                <a:rect b="b" l="l" r="r" t="t"/>
                <a:pathLst>
                  <a:path extrusionOk="0" h="200" w="132">
                    <a:moveTo>
                      <a:pt x="132" y="0"/>
                    </a:moveTo>
                    <a:lnTo>
                      <a:pt x="117" y="0"/>
                    </a:lnTo>
                    <a:lnTo>
                      <a:pt x="0" y="200"/>
                    </a:lnTo>
                    <a:lnTo>
                      <a:pt x="16"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2" name="Google Shape;462;p3"/>
              <p:cNvSpPr/>
              <p:nvPr/>
            </p:nvSpPr>
            <p:spPr>
              <a:xfrm>
                <a:off x="2621160" y="2038320"/>
                <a:ext cx="157320" cy="238680"/>
              </a:xfrm>
              <a:custGeom>
                <a:rect b="b" l="l" r="r" t="t"/>
                <a:pathLst>
                  <a:path extrusionOk="0" h="200" w="132">
                    <a:moveTo>
                      <a:pt x="132" y="0"/>
                    </a:moveTo>
                    <a:lnTo>
                      <a:pt x="117" y="0"/>
                    </a:lnTo>
                    <a:lnTo>
                      <a:pt x="0" y="200"/>
                    </a:lnTo>
                    <a:lnTo>
                      <a:pt x="16"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3" name="Google Shape;463;p3"/>
              <p:cNvSpPr/>
              <p:nvPr/>
            </p:nvSpPr>
            <p:spPr>
              <a:xfrm>
                <a:off x="2334240" y="2326320"/>
                <a:ext cx="48600" cy="48600"/>
              </a:xfrm>
              <a:custGeom>
                <a:rect b="b" l="l" r="r" t="t"/>
                <a:pathLst>
                  <a:path extrusionOk="0" h="21" w="21">
                    <a:moveTo>
                      <a:pt x="19" y="10"/>
                    </a:moveTo>
                    <a:cubicBezTo>
                      <a:pt x="18" y="10"/>
                      <a:pt x="18" y="10"/>
                      <a:pt x="18" y="10"/>
                    </a:cubicBezTo>
                    <a:cubicBezTo>
                      <a:pt x="18" y="14"/>
                      <a:pt x="15" y="18"/>
                      <a:pt x="10" y="18"/>
                    </a:cubicBezTo>
                    <a:cubicBezTo>
                      <a:pt x="6" y="18"/>
                      <a:pt x="3" y="14"/>
                      <a:pt x="3" y="10"/>
                    </a:cubicBezTo>
                    <a:cubicBezTo>
                      <a:pt x="3" y="6"/>
                      <a:pt x="6" y="3"/>
                      <a:pt x="10" y="3"/>
                    </a:cubicBezTo>
                    <a:cubicBezTo>
                      <a:pt x="15" y="3"/>
                      <a:pt x="18" y="6"/>
                      <a:pt x="18" y="10"/>
                    </a:cubicBezTo>
                    <a:cubicBezTo>
                      <a:pt x="19" y="10"/>
                      <a:pt x="19" y="10"/>
                      <a:pt x="19" y="10"/>
                    </a:cubicBezTo>
                    <a:cubicBezTo>
                      <a:pt x="21" y="10"/>
                      <a:pt x="21" y="10"/>
                      <a:pt x="21" y="10"/>
                    </a:cubicBezTo>
                    <a:cubicBezTo>
                      <a:pt x="21" y="4"/>
                      <a:pt x="16" y="0"/>
                      <a:pt x="10" y="0"/>
                    </a:cubicBezTo>
                    <a:cubicBezTo>
                      <a:pt x="5" y="0"/>
                      <a:pt x="0" y="4"/>
                      <a:pt x="0" y="10"/>
                    </a:cubicBezTo>
                    <a:cubicBezTo>
                      <a:pt x="0" y="16"/>
                      <a:pt x="5" y="21"/>
                      <a:pt x="10" y="21"/>
                    </a:cubicBezTo>
                    <a:cubicBezTo>
                      <a:pt x="16" y="21"/>
                      <a:pt x="21" y="16"/>
                      <a:pt x="21" y="10"/>
                    </a:cubicBezTo>
                    <a:lnTo>
                      <a:pt x="19"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4" name="Google Shape;464;p3"/>
              <p:cNvSpPr/>
              <p:nvPr/>
            </p:nvSpPr>
            <p:spPr>
              <a:xfrm>
                <a:off x="2418120" y="2326320"/>
                <a:ext cx="48600" cy="48600"/>
              </a:xfrm>
              <a:custGeom>
                <a:rect b="b" l="l" r="r" t="t"/>
                <a:pathLst>
                  <a:path extrusionOk="0" h="21" w="21">
                    <a:moveTo>
                      <a:pt x="20" y="10"/>
                    </a:moveTo>
                    <a:cubicBezTo>
                      <a:pt x="18" y="10"/>
                      <a:pt x="18" y="10"/>
                      <a:pt x="18" y="10"/>
                    </a:cubicBezTo>
                    <a:cubicBezTo>
                      <a:pt x="18" y="14"/>
                      <a:pt x="15" y="18"/>
                      <a:pt x="11" y="18"/>
                    </a:cubicBezTo>
                    <a:cubicBezTo>
                      <a:pt x="7" y="18"/>
                      <a:pt x="3" y="14"/>
                      <a:pt x="3" y="10"/>
                    </a:cubicBezTo>
                    <a:cubicBezTo>
                      <a:pt x="3" y="6"/>
                      <a:pt x="7" y="3"/>
                      <a:pt x="11" y="3"/>
                    </a:cubicBezTo>
                    <a:cubicBezTo>
                      <a:pt x="15" y="3"/>
                      <a:pt x="18" y="6"/>
                      <a:pt x="18" y="10"/>
                    </a:cubicBezTo>
                    <a:cubicBezTo>
                      <a:pt x="20" y="10"/>
                      <a:pt x="20" y="10"/>
                      <a:pt x="20" y="10"/>
                    </a:cubicBezTo>
                    <a:cubicBezTo>
                      <a:pt x="21" y="10"/>
                      <a:pt x="21" y="10"/>
                      <a:pt x="21" y="10"/>
                    </a:cubicBezTo>
                    <a:cubicBezTo>
                      <a:pt x="21" y="4"/>
                      <a:pt x="17" y="0"/>
                      <a:pt x="11" y="0"/>
                    </a:cubicBezTo>
                    <a:cubicBezTo>
                      <a:pt x="5" y="0"/>
                      <a:pt x="0" y="4"/>
                      <a:pt x="0" y="10"/>
                    </a:cubicBezTo>
                    <a:cubicBezTo>
                      <a:pt x="0" y="16"/>
                      <a:pt x="5" y="21"/>
                      <a:pt x="11" y="21"/>
                    </a:cubicBezTo>
                    <a:cubicBezTo>
                      <a:pt x="17" y="21"/>
                      <a:pt x="21" y="16"/>
                      <a:pt x="21" y="10"/>
                    </a:cubicBezTo>
                    <a:lnTo>
                      <a:pt x="20"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5" name="Google Shape;465;p3"/>
              <p:cNvSpPr/>
              <p:nvPr/>
            </p:nvSpPr>
            <p:spPr>
              <a:xfrm>
                <a:off x="2501640" y="2326320"/>
                <a:ext cx="50040" cy="48600"/>
              </a:xfrm>
              <a:custGeom>
                <a:rect b="b" l="l" r="r" t="t"/>
                <a:pathLst>
                  <a:path extrusionOk="0" h="21" w="22">
                    <a:moveTo>
                      <a:pt x="20" y="10"/>
                    </a:moveTo>
                    <a:cubicBezTo>
                      <a:pt x="18" y="10"/>
                      <a:pt x="18" y="10"/>
                      <a:pt x="18" y="10"/>
                    </a:cubicBezTo>
                    <a:cubicBezTo>
                      <a:pt x="18" y="14"/>
                      <a:pt x="15" y="18"/>
                      <a:pt x="11" y="18"/>
                    </a:cubicBezTo>
                    <a:cubicBezTo>
                      <a:pt x="7" y="18"/>
                      <a:pt x="4" y="14"/>
                      <a:pt x="4" y="10"/>
                    </a:cubicBezTo>
                    <a:cubicBezTo>
                      <a:pt x="4" y="6"/>
                      <a:pt x="7" y="3"/>
                      <a:pt x="11" y="3"/>
                    </a:cubicBezTo>
                    <a:cubicBezTo>
                      <a:pt x="15" y="3"/>
                      <a:pt x="18" y="6"/>
                      <a:pt x="18" y="10"/>
                    </a:cubicBezTo>
                    <a:cubicBezTo>
                      <a:pt x="20" y="10"/>
                      <a:pt x="20" y="10"/>
                      <a:pt x="20" y="10"/>
                    </a:cubicBezTo>
                    <a:cubicBezTo>
                      <a:pt x="22" y="10"/>
                      <a:pt x="22" y="10"/>
                      <a:pt x="22" y="10"/>
                    </a:cubicBezTo>
                    <a:cubicBezTo>
                      <a:pt x="22" y="4"/>
                      <a:pt x="17" y="0"/>
                      <a:pt x="11" y="0"/>
                    </a:cubicBezTo>
                    <a:cubicBezTo>
                      <a:pt x="5" y="0"/>
                      <a:pt x="0" y="4"/>
                      <a:pt x="0" y="10"/>
                    </a:cubicBezTo>
                    <a:cubicBezTo>
                      <a:pt x="0" y="16"/>
                      <a:pt x="5" y="21"/>
                      <a:pt x="11" y="21"/>
                    </a:cubicBezTo>
                    <a:cubicBezTo>
                      <a:pt x="17" y="21"/>
                      <a:pt x="22" y="16"/>
                      <a:pt x="22" y="10"/>
                    </a:cubicBezTo>
                    <a:lnTo>
                      <a:pt x="20"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6" name="Google Shape;466;p3"/>
              <p:cNvSpPr/>
              <p:nvPr/>
            </p:nvSpPr>
            <p:spPr>
              <a:xfrm>
                <a:off x="2586600" y="2326320"/>
                <a:ext cx="48600" cy="48600"/>
              </a:xfrm>
              <a:custGeom>
                <a:rect b="b" l="l" r="r" t="t"/>
                <a:pathLst>
                  <a:path extrusionOk="0" h="21" w="21">
                    <a:moveTo>
                      <a:pt x="19" y="10"/>
                    </a:moveTo>
                    <a:cubicBezTo>
                      <a:pt x="18" y="10"/>
                      <a:pt x="18" y="10"/>
                      <a:pt x="18" y="10"/>
                    </a:cubicBezTo>
                    <a:cubicBezTo>
                      <a:pt x="18" y="14"/>
                      <a:pt x="14" y="18"/>
                      <a:pt x="10" y="18"/>
                    </a:cubicBezTo>
                    <a:cubicBezTo>
                      <a:pt x="6" y="18"/>
                      <a:pt x="3" y="14"/>
                      <a:pt x="3" y="10"/>
                    </a:cubicBezTo>
                    <a:cubicBezTo>
                      <a:pt x="3" y="6"/>
                      <a:pt x="6" y="3"/>
                      <a:pt x="10" y="3"/>
                    </a:cubicBezTo>
                    <a:cubicBezTo>
                      <a:pt x="14" y="3"/>
                      <a:pt x="18" y="6"/>
                      <a:pt x="18" y="10"/>
                    </a:cubicBezTo>
                    <a:cubicBezTo>
                      <a:pt x="19" y="10"/>
                      <a:pt x="19" y="10"/>
                      <a:pt x="19" y="10"/>
                    </a:cubicBezTo>
                    <a:cubicBezTo>
                      <a:pt x="21" y="10"/>
                      <a:pt x="21" y="10"/>
                      <a:pt x="21" y="10"/>
                    </a:cubicBezTo>
                    <a:cubicBezTo>
                      <a:pt x="21" y="4"/>
                      <a:pt x="16" y="0"/>
                      <a:pt x="10" y="0"/>
                    </a:cubicBezTo>
                    <a:cubicBezTo>
                      <a:pt x="5" y="0"/>
                      <a:pt x="0" y="4"/>
                      <a:pt x="0" y="10"/>
                    </a:cubicBezTo>
                    <a:cubicBezTo>
                      <a:pt x="0" y="16"/>
                      <a:pt x="5" y="21"/>
                      <a:pt x="10" y="21"/>
                    </a:cubicBezTo>
                    <a:cubicBezTo>
                      <a:pt x="16" y="21"/>
                      <a:pt x="21" y="16"/>
                      <a:pt x="21" y="10"/>
                    </a:cubicBezTo>
                    <a:lnTo>
                      <a:pt x="19"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7" name="Google Shape;467;p3"/>
              <p:cNvSpPr/>
              <p:nvPr/>
            </p:nvSpPr>
            <p:spPr>
              <a:xfrm>
                <a:off x="2670120" y="2326320"/>
                <a:ext cx="48600" cy="48600"/>
              </a:xfrm>
              <a:custGeom>
                <a:rect b="b" l="l" r="r" t="t"/>
                <a:pathLst>
                  <a:path extrusionOk="0" h="21" w="21">
                    <a:moveTo>
                      <a:pt x="20" y="10"/>
                    </a:moveTo>
                    <a:cubicBezTo>
                      <a:pt x="18" y="10"/>
                      <a:pt x="18" y="10"/>
                      <a:pt x="18" y="10"/>
                    </a:cubicBezTo>
                    <a:cubicBezTo>
                      <a:pt x="18" y="14"/>
                      <a:pt x="15" y="18"/>
                      <a:pt x="11" y="18"/>
                    </a:cubicBezTo>
                    <a:cubicBezTo>
                      <a:pt x="7" y="18"/>
                      <a:pt x="3" y="14"/>
                      <a:pt x="3" y="10"/>
                    </a:cubicBezTo>
                    <a:cubicBezTo>
                      <a:pt x="3" y="6"/>
                      <a:pt x="7" y="3"/>
                      <a:pt x="11" y="3"/>
                    </a:cubicBezTo>
                    <a:cubicBezTo>
                      <a:pt x="15" y="3"/>
                      <a:pt x="18" y="6"/>
                      <a:pt x="18" y="10"/>
                    </a:cubicBezTo>
                    <a:cubicBezTo>
                      <a:pt x="20" y="10"/>
                      <a:pt x="20" y="10"/>
                      <a:pt x="20" y="10"/>
                    </a:cubicBezTo>
                    <a:cubicBezTo>
                      <a:pt x="21" y="10"/>
                      <a:pt x="21" y="10"/>
                      <a:pt x="21" y="10"/>
                    </a:cubicBezTo>
                    <a:cubicBezTo>
                      <a:pt x="21" y="4"/>
                      <a:pt x="16" y="0"/>
                      <a:pt x="11" y="0"/>
                    </a:cubicBezTo>
                    <a:cubicBezTo>
                      <a:pt x="5" y="0"/>
                      <a:pt x="0" y="4"/>
                      <a:pt x="0" y="10"/>
                    </a:cubicBezTo>
                    <a:cubicBezTo>
                      <a:pt x="0" y="16"/>
                      <a:pt x="5" y="21"/>
                      <a:pt x="11" y="21"/>
                    </a:cubicBezTo>
                    <a:cubicBezTo>
                      <a:pt x="16" y="21"/>
                      <a:pt x="21" y="16"/>
                      <a:pt x="21" y="10"/>
                    </a:cubicBezTo>
                    <a:lnTo>
                      <a:pt x="20"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8" name="Google Shape;468;p3"/>
              <p:cNvSpPr/>
              <p:nvPr/>
            </p:nvSpPr>
            <p:spPr>
              <a:xfrm>
                <a:off x="2754000" y="2326320"/>
                <a:ext cx="50040" cy="48600"/>
              </a:xfrm>
              <a:custGeom>
                <a:rect b="b" l="l" r="r" t="t"/>
                <a:pathLst>
                  <a:path extrusionOk="0" h="21" w="22">
                    <a:moveTo>
                      <a:pt x="20" y="10"/>
                    </a:moveTo>
                    <a:cubicBezTo>
                      <a:pt x="18" y="10"/>
                      <a:pt x="18" y="10"/>
                      <a:pt x="18" y="10"/>
                    </a:cubicBezTo>
                    <a:cubicBezTo>
                      <a:pt x="18" y="14"/>
                      <a:pt x="15" y="18"/>
                      <a:pt x="11" y="18"/>
                    </a:cubicBezTo>
                    <a:cubicBezTo>
                      <a:pt x="7" y="18"/>
                      <a:pt x="4" y="14"/>
                      <a:pt x="4" y="10"/>
                    </a:cubicBezTo>
                    <a:cubicBezTo>
                      <a:pt x="4" y="6"/>
                      <a:pt x="7" y="3"/>
                      <a:pt x="11" y="3"/>
                    </a:cubicBezTo>
                    <a:cubicBezTo>
                      <a:pt x="15" y="3"/>
                      <a:pt x="18" y="6"/>
                      <a:pt x="18" y="10"/>
                    </a:cubicBezTo>
                    <a:cubicBezTo>
                      <a:pt x="20" y="10"/>
                      <a:pt x="20" y="10"/>
                      <a:pt x="20" y="10"/>
                    </a:cubicBezTo>
                    <a:cubicBezTo>
                      <a:pt x="22" y="10"/>
                      <a:pt x="22" y="10"/>
                      <a:pt x="22" y="10"/>
                    </a:cubicBezTo>
                    <a:cubicBezTo>
                      <a:pt x="22" y="4"/>
                      <a:pt x="17" y="0"/>
                      <a:pt x="11" y="0"/>
                    </a:cubicBezTo>
                    <a:cubicBezTo>
                      <a:pt x="5" y="0"/>
                      <a:pt x="0" y="4"/>
                      <a:pt x="0" y="10"/>
                    </a:cubicBezTo>
                    <a:cubicBezTo>
                      <a:pt x="0" y="16"/>
                      <a:pt x="5" y="21"/>
                      <a:pt x="11" y="21"/>
                    </a:cubicBezTo>
                    <a:cubicBezTo>
                      <a:pt x="17" y="21"/>
                      <a:pt x="22" y="16"/>
                      <a:pt x="22" y="10"/>
                    </a:cubicBezTo>
                    <a:lnTo>
                      <a:pt x="20"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9" name="Google Shape;469;p3"/>
              <p:cNvSpPr/>
              <p:nvPr/>
            </p:nvSpPr>
            <p:spPr>
              <a:xfrm>
                <a:off x="2742120" y="2038320"/>
                <a:ext cx="382320" cy="381240"/>
              </a:xfrm>
              <a:custGeom>
                <a:rect b="b" l="l" r="r" t="t"/>
                <a:pathLst>
                  <a:path extrusionOk="0" h="164" w="165">
                    <a:moveTo>
                      <a:pt x="165" y="164"/>
                    </a:moveTo>
                    <a:cubicBezTo>
                      <a:pt x="165" y="0"/>
                      <a:pt x="165" y="0"/>
                      <a:pt x="165" y="0"/>
                    </a:cubicBezTo>
                    <a:cubicBezTo>
                      <a:pt x="0" y="0"/>
                      <a:pt x="0" y="0"/>
                      <a:pt x="0" y="0"/>
                    </a:cubicBezTo>
                    <a:cubicBezTo>
                      <a:pt x="0" y="91"/>
                      <a:pt x="74" y="164"/>
                      <a:pt x="165" y="16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0" name="Google Shape;470;p3"/>
              <p:cNvSpPr/>
              <p:nvPr/>
            </p:nvSpPr>
            <p:spPr>
              <a:xfrm>
                <a:off x="2042640" y="1399680"/>
                <a:ext cx="24012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1" name="Google Shape;471;p3"/>
              <p:cNvSpPr/>
              <p:nvPr/>
            </p:nvSpPr>
            <p:spPr>
              <a:xfrm>
                <a:off x="2371320" y="1399680"/>
                <a:ext cx="24120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2" name="Google Shape;472;p3"/>
              <p:cNvSpPr/>
              <p:nvPr/>
            </p:nvSpPr>
            <p:spPr>
              <a:xfrm>
                <a:off x="2700000" y="1399680"/>
                <a:ext cx="24120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3" name="Google Shape;473;p3"/>
              <p:cNvSpPr/>
              <p:nvPr/>
            </p:nvSpPr>
            <p:spPr>
              <a:xfrm>
                <a:off x="3029040" y="1399680"/>
                <a:ext cx="24120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4" name="Google Shape;474;p3"/>
              <p:cNvSpPr/>
              <p:nvPr/>
            </p:nvSpPr>
            <p:spPr>
              <a:xfrm>
                <a:off x="3359160" y="1399680"/>
                <a:ext cx="24012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5" name="Google Shape;475;p3"/>
              <p:cNvSpPr/>
              <p:nvPr/>
            </p:nvSpPr>
            <p:spPr>
              <a:xfrm>
                <a:off x="1768680" y="1399680"/>
                <a:ext cx="18720" cy="17640"/>
              </a:xfrm>
              <a:prstGeom prst="ellipse">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6" name="Google Shape;476;p3"/>
              <p:cNvSpPr/>
              <p:nvPr/>
            </p:nvSpPr>
            <p:spPr>
              <a:xfrm>
                <a:off x="1840320" y="1399680"/>
                <a:ext cx="18720" cy="17640"/>
              </a:xfrm>
              <a:prstGeom prst="ellipse">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7" name="Google Shape;477;p3"/>
              <p:cNvSpPr/>
              <p:nvPr/>
            </p:nvSpPr>
            <p:spPr>
              <a:xfrm>
                <a:off x="1912320" y="1399680"/>
                <a:ext cx="18720" cy="17640"/>
              </a:xfrm>
              <a:prstGeom prst="ellipse">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8" name="Google Shape;478;p3"/>
              <p:cNvSpPr/>
              <p:nvPr/>
            </p:nvSpPr>
            <p:spPr>
              <a:xfrm>
                <a:off x="3333600" y="2695680"/>
                <a:ext cx="196920" cy="88200"/>
              </a:xfrm>
              <a:custGeom>
                <a:rect b="b" l="l" r="r" t="t"/>
                <a:pathLst>
                  <a:path extrusionOk="0" h="38" w="85">
                    <a:moveTo>
                      <a:pt x="85" y="38"/>
                    </a:moveTo>
                    <a:cubicBezTo>
                      <a:pt x="0" y="38"/>
                      <a:pt x="0" y="38"/>
                      <a:pt x="0" y="38"/>
                    </a:cubicBezTo>
                    <a:cubicBezTo>
                      <a:pt x="11" y="8"/>
                      <a:pt x="11" y="8"/>
                      <a:pt x="11" y="8"/>
                    </a:cubicBezTo>
                    <a:cubicBezTo>
                      <a:pt x="13" y="3"/>
                      <a:pt x="18" y="0"/>
                      <a:pt x="23" y="0"/>
                    </a:cubicBezTo>
                    <a:cubicBezTo>
                      <a:pt x="80" y="0"/>
                      <a:pt x="80" y="0"/>
                      <a:pt x="80" y="0"/>
                    </a:cubicBezTo>
                    <a:cubicBezTo>
                      <a:pt x="83" y="0"/>
                      <a:pt x="85" y="2"/>
                      <a:pt x="85" y="4"/>
                    </a:cubicBezTo>
                    <a:lnTo>
                      <a:pt x="85" y="38"/>
                    </a:lnTo>
                    <a:close/>
                  </a:path>
                </a:pathLst>
              </a:custGeom>
              <a:solidFill>
                <a:schemeClr val="accent1"/>
              </a:solidFill>
              <a:ln>
                <a:noFill/>
              </a:ln>
            </p:spPr>
            <p:txBody>
              <a:bodyPr anchorCtr="0" anchor="t" bIns="44275" lIns="91425" spcFirstLastPara="1" rIns="91425" wrap="square" tIns="44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9" name="Google Shape;479;p3"/>
              <p:cNvSpPr/>
              <p:nvPr/>
            </p:nvSpPr>
            <p:spPr>
              <a:xfrm>
                <a:off x="3440520" y="2695680"/>
                <a:ext cx="196920" cy="88200"/>
              </a:xfrm>
              <a:custGeom>
                <a:rect b="b" l="l" r="r" t="t"/>
                <a:pathLst>
                  <a:path extrusionOk="0" h="38" w="85">
                    <a:moveTo>
                      <a:pt x="85" y="38"/>
                    </a:moveTo>
                    <a:cubicBezTo>
                      <a:pt x="0" y="38"/>
                      <a:pt x="0" y="38"/>
                      <a:pt x="0" y="38"/>
                    </a:cubicBezTo>
                    <a:cubicBezTo>
                      <a:pt x="11" y="8"/>
                      <a:pt x="11" y="8"/>
                      <a:pt x="11" y="8"/>
                    </a:cubicBezTo>
                    <a:cubicBezTo>
                      <a:pt x="13" y="3"/>
                      <a:pt x="18" y="0"/>
                      <a:pt x="23" y="0"/>
                    </a:cubicBezTo>
                    <a:cubicBezTo>
                      <a:pt x="80" y="0"/>
                      <a:pt x="80" y="0"/>
                      <a:pt x="80" y="0"/>
                    </a:cubicBezTo>
                    <a:cubicBezTo>
                      <a:pt x="83" y="0"/>
                      <a:pt x="85" y="2"/>
                      <a:pt x="85" y="4"/>
                    </a:cubicBezTo>
                    <a:lnTo>
                      <a:pt x="85" y="38"/>
                    </a:lnTo>
                    <a:close/>
                  </a:path>
                </a:pathLst>
              </a:custGeom>
              <a:solidFill>
                <a:schemeClr val="accent3"/>
              </a:solidFill>
              <a:ln>
                <a:noFill/>
              </a:ln>
            </p:spPr>
            <p:txBody>
              <a:bodyPr anchorCtr="0" anchor="t" bIns="44275" lIns="91425" spcFirstLastPara="1" rIns="91425" wrap="square" tIns="44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480" name="Google Shape;480;p3"/>
            <p:cNvGrpSpPr/>
            <p:nvPr/>
          </p:nvGrpSpPr>
          <p:grpSpPr>
            <a:xfrm>
              <a:off x="1461240" y="1706400"/>
              <a:ext cx="884160" cy="1798560"/>
              <a:chOff x="1461240" y="1706400"/>
              <a:chExt cx="884160" cy="1798560"/>
            </a:xfrm>
          </p:grpSpPr>
          <p:sp>
            <p:nvSpPr>
              <p:cNvPr id="481" name="Google Shape;481;p3"/>
              <p:cNvSpPr/>
              <p:nvPr/>
            </p:nvSpPr>
            <p:spPr>
              <a:xfrm flipH="1">
                <a:off x="1948320" y="3254400"/>
                <a:ext cx="231480" cy="244080"/>
              </a:xfrm>
              <a:custGeom>
                <a:rect b="b" l="l" r="r" t="t"/>
                <a:pathLst>
                  <a:path extrusionOk="0" h="103" w="98">
                    <a:moveTo>
                      <a:pt x="63" y="0"/>
                    </a:moveTo>
                    <a:cubicBezTo>
                      <a:pt x="63" y="0"/>
                      <a:pt x="68" y="57"/>
                      <a:pt x="66" y="66"/>
                    </a:cubicBezTo>
                    <a:cubicBezTo>
                      <a:pt x="64" y="74"/>
                      <a:pt x="2" y="87"/>
                      <a:pt x="1" y="96"/>
                    </a:cubicBezTo>
                    <a:cubicBezTo>
                      <a:pt x="0" y="103"/>
                      <a:pt x="57" y="102"/>
                      <a:pt x="89" y="99"/>
                    </a:cubicBezTo>
                    <a:cubicBezTo>
                      <a:pt x="94" y="98"/>
                      <a:pt x="98" y="93"/>
                      <a:pt x="96" y="89"/>
                    </a:cubicBezTo>
                    <a:cubicBezTo>
                      <a:pt x="94" y="80"/>
                      <a:pt x="90" y="66"/>
                      <a:pt x="90" y="58"/>
                    </a:cubicBezTo>
                    <a:cubicBezTo>
                      <a:pt x="90" y="45"/>
                      <a:pt x="94" y="0"/>
                      <a:pt x="94" y="0"/>
                    </a:cubicBezTo>
                    <a:lnTo>
                      <a:pt x="63" y="0"/>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2" name="Google Shape;482;p3"/>
              <p:cNvSpPr/>
              <p:nvPr/>
            </p:nvSpPr>
            <p:spPr>
              <a:xfrm flipH="1">
                <a:off x="1948320" y="3422520"/>
                <a:ext cx="231480" cy="75960"/>
              </a:xfrm>
              <a:custGeom>
                <a:rect b="b" l="l" r="r" t="t"/>
                <a:pathLst>
                  <a:path extrusionOk="0" h="32" w="98">
                    <a:moveTo>
                      <a:pt x="89" y="28"/>
                    </a:moveTo>
                    <a:cubicBezTo>
                      <a:pt x="94" y="27"/>
                      <a:pt x="98" y="22"/>
                      <a:pt x="96" y="18"/>
                    </a:cubicBezTo>
                    <a:cubicBezTo>
                      <a:pt x="95" y="13"/>
                      <a:pt x="93" y="8"/>
                      <a:pt x="92" y="2"/>
                    </a:cubicBezTo>
                    <a:cubicBezTo>
                      <a:pt x="75" y="5"/>
                      <a:pt x="65" y="2"/>
                      <a:pt x="59" y="0"/>
                    </a:cubicBezTo>
                    <a:cubicBezTo>
                      <a:pt x="43" y="8"/>
                      <a:pt x="2" y="18"/>
                      <a:pt x="1" y="25"/>
                    </a:cubicBezTo>
                    <a:cubicBezTo>
                      <a:pt x="0" y="32"/>
                      <a:pt x="57" y="31"/>
                      <a:pt x="89" y="28"/>
                    </a:cubicBezTo>
                    <a:close/>
                  </a:path>
                </a:pathLst>
              </a:custGeom>
              <a:solidFill>
                <a:schemeClr val="lt2"/>
              </a:solidFill>
              <a:ln>
                <a:noFill/>
              </a:ln>
            </p:spPr>
            <p:txBody>
              <a:bodyPr anchorCtr="0" anchor="t" bIns="38150" lIns="91425" spcFirstLastPara="1" rIns="91425" wrap="square" tIns="381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3" name="Google Shape;483;p3"/>
              <p:cNvSpPr/>
              <p:nvPr/>
            </p:nvSpPr>
            <p:spPr>
              <a:xfrm flipH="1">
                <a:off x="1479240" y="3217680"/>
                <a:ext cx="221760" cy="286920"/>
              </a:xfrm>
              <a:custGeom>
                <a:rect b="b" l="l" r="r" t="t"/>
                <a:pathLst>
                  <a:path extrusionOk="0" h="121" w="94">
                    <a:moveTo>
                      <a:pt x="39" y="7"/>
                    </a:moveTo>
                    <a:cubicBezTo>
                      <a:pt x="39" y="7"/>
                      <a:pt x="57" y="61"/>
                      <a:pt x="57" y="70"/>
                    </a:cubicBezTo>
                    <a:cubicBezTo>
                      <a:pt x="57" y="79"/>
                      <a:pt x="0" y="106"/>
                      <a:pt x="1" y="114"/>
                    </a:cubicBezTo>
                    <a:cubicBezTo>
                      <a:pt x="1" y="121"/>
                      <a:pt x="57" y="108"/>
                      <a:pt x="88" y="97"/>
                    </a:cubicBezTo>
                    <a:cubicBezTo>
                      <a:pt x="92" y="95"/>
                      <a:pt x="94" y="90"/>
                      <a:pt x="92" y="86"/>
                    </a:cubicBezTo>
                    <a:cubicBezTo>
                      <a:pt x="87" y="78"/>
                      <a:pt x="81" y="65"/>
                      <a:pt x="79" y="57"/>
                    </a:cubicBezTo>
                    <a:cubicBezTo>
                      <a:pt x="76" y="45"/>
                      <a:pt x="69" y="0"/>
                      <a:pt x="69" y="0"/>
                    </a:cubicBezTo>
                    <a:lnTo>
                      <a:pt x="39" y="7"/>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4" name="Google Shape;484;p3"/>
              <p:cNvSpPr/>
              <p:nvPr/>
            </p:nvSpPr>
            <p:spPr>
              <a:xfrm flipH="1">
                <a:off x="1479240" y="3389400"/>
                <a:ext cx="221760" cy="115560"/>
              </a:xfrm>
              <a:custGeom>
                <a:rect b="b" l="l" r="r" t="t"/>
                <a:pathLst>
                  <a:path extrusionOk="0" h="49" w="94">
                    <a:moveTo>
                      <a:pt x="88" y="25"/>
                    </a:moveTo>
                    <a:cubicBezTo>
                      <a:pt x="92" y="23"/>
                      <a:pt x="94" y="18"/>
                      <a:pt x="92" y="14"/>
                    </a:cubicBezTo>
                    <a:cubicBezTo>
                      <a:pt x="90" y="10"/>
                      <a:pt x="87" y="5"/>
                      <a:pt x="84" y="0"/>
                    </a:cubicBezTo>
                    <a:cubicBezTo>
                      <a:pt x="69" y="6"/>
                      <a:pt x="58" y="6"/>
                      <a:pt x="52" y="5"/>
                    </a:cubicBezTo>
                    <a:cubicBezTo>
                      <a:pt x="38" y="16"/>
                      <a:pt x="0" y="36"/>
                      <a:pt x="1" y="42"/>
                    </a:cubicBezTo>
                    <a:cubicBezTo>
                      <a:pt x="1" y="49"/>
                      <a:pt x="57" y="36"/>
                      <a:pt x="88" y="2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5" name="Google Shape;485;p3"/>
              <p:cNvSpPr/>
              <p:nvPr/>
            </p:nvSpPr>
            <p:spPr>
              <a:xfrm flipH="1">
                <a:off x="1513440" y="2351160"/>
                <a:ext cx="558360" cy="909360"/>
              </a:xfrm>
              <a:custGeom>
                <a:rect b="b" l="l" r="r" t="t"/>
                <a:pathLst>
                  <a:path extrusionOk="0" h="384" w="236">
                    <a:moveTo>
                      <a:pt x="187" y="0"/>
                    </a:moveTo>
                    <a:cubicBezTo>
                      <a:pt x="187" y="0"/>
                      <a:pt x="200" y="71"/>
                      <a:pt x="200" y="138"/>
                    </a:cubicBezTo>
                    <a:cubicBezTo>
                      <a:pt x="200" y="205"/>
                      <a:pt x="223" y="353"/>
                      <a:pt x="236" y="384"/>
                    </a:cubicBezTo>
                    <a:cubicBezTo>
                      <a:pt x="191" y="384"/>
                      <a:pt x="191" y="384"/>
                      <a:pt x="191" y="384"/>
                    </a:cubicBezTo>
                    <a:cubicBezTo>
                      <a:pt x="191" y="384"/>
                      <a:pt x="146" y="293"/>
                      <a:pt x="134" y="217"/>
                    </a:cubicBezTo>
                    <a:cubicBezTo>
                      <a:pt x="126" y="167"/>
                      <a:pt x="118" y="111"/>
                      <a:pt x="118" y="111"/>
                    </a:cubicBezTo>
                    <a:cubicBezTo>
                      <a:pt x="61" y="255"/>
                      <a:pt x="61" y="255"/>
                      <a:pt x="61" y="255"/>
                    </a:cubicBezTo>
                    <a:cubicBezTo>
                      <a:pt x="53" y="384"/>
                      <a:pt x="53" y="384"/>
                      <a:pt x="53" y="384"/>
                    </a:cubicBezTo>
                    <a:cubicBezTo>
                      <a:pt x="12" y="384"/>
                      <a:pt x="12" y="384"/>
                      <a:pt x="12" y="384"/>
                    </a:cubicBezTo>
                    <a:cubicBezTo>
                      <a:pt x="12" y="384"/>
                      <a:pt x="0" y="285"/>
                      <a:pt x="12" y="214"/>
                    </a:cubicBezTo>
                    <a:cubicBezTo>
                      <a:pt x="24" y="144"/>
                      <a:pt x="88" y="0"/>
                      <a:pt x="88" y="0"/>
                    </a:cubicBezTo>
                    <a:lnTo>
                      <a:pt x="187"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6" name="Google Shape;486;p3"/>
              <p:cNvSpPr/>
              <p:nvPr/>
            </p:nvSpPr>
            <p:spPr>
              <a:xfrm flipH="1">
                <a:off x="1547640" y="2404800"/>
                <a:ext cx="120240" cy="855360"/>
              </a:xfrm>
              <a:custGeom>
                <a:rect b="b" l="l" r="r" t="t"/>
                <a:pathLst>
                  <a:path extrusionOk="0" h="361" w="51">
                    <a:moveTo>
                      <a:pt x="0" y="0"/>
                    </a:moveTo>
                    <a:cubicBezTo>
                      <a:pt x="0" y="0"/>
                      <a:pt x="1" y="7"/>
                      <a:pt x="2" y="19"/>
                    </a:cubicBezTo>
                    <a:cubicBezTo>
                      <a:pt x="6" y="55"/>
                      <a:pt x="16" y="134"/>
                      <a:pt x="17" y="197"/>
                    </a:cubicBezTo>
                    <a:cubicBezTo>
                      <a:pt x="17" y="197"/>
                      <a:pt x="17" y="197"/>
                      <a:pt x="17" y="197"/>
                    </a:cubicBezTo>
                    <a:cubicBezTo>
                      <a:pt x="49" y="361"/>
                      <a:pt x="49" y="361"/>
                      <a:pt x="49" y="361"/>
                    </a:cubicBezTo>
                    <a:cubicBezTo>
                      <a:pt x="51" y="361"/>
                      <a:pt x="51" y="361"/>
                      <a:pt x="51" y="361"/>
                    </a:cubicBezTo>
                    <a:cubicBezTo>
                      <a:pt x="19" y="197"/>
                      <a:pt x="19" y="197"/>
                      <a:pt x="19" y="197"/>
                    </a:cubicBezTo>
                    <a:cubicBezTo>
                      <a:pt x="18" y="197"/>
                      <a:pt x="18" y="197"/>
                      <a:pt x="18" y="197"/>
                    </a:cubicBezTo>
                    <a:cubicBezTo>
                      <a:pt x="19" y="197"/>
                      <a:pt x="19" y="197"/>
                      <a:pt x="19" y="197"/>
                    </a:cubicBezTo>
                    <a:cubicBezTo>
                      <a:pt x="17" y="113"/>
                      <a:pt x="2" y="0"/>
                      <a:pt x="2" y="0"/>
                    </a:cubicBezTo>
                    <a:cubicBezTo>
                      <a:pt x="0" y="0"/>
                      <a:pt x="0" y="0"/>
                      <a:pt x="0"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7" name="Google Shape;487;p3"/>
              <p:cNvSpPr/>
              <p:nvPr/>
            </p:nvSpPr>
            <p:spPr>
              <a:xfrm flipH="1">
                <a:off x="1852200" y="1977840"/>
                <a:ext cx="493200" cy="379080"/>
              </a:xfrm>
              <a:custGeom>
                <a:rect b="b" l="l" r="r" t="t"/>
                <a:pathLst>
                  <a:path extrusionOk="0" h="160" w="209">
                    <a:moveTo>
                      <a:pt x="200" y="0"/>
                    </a:moveTo>
                    <a:cubicBezTo>
                      <a:pt x="144" y="109"/>
                      <a:pt x="144" y="109"/>
                      <a:pt x="144" y="109"/>
                    </a:cubicBezTo>
                    <a:cubicBezTo>
                      <a:pt x="51" y="142"/>
                      <a:pt x="51" y="142"/>
                      <a:pt x="51" y="142"/>
                    </a:cubicBezTo>
                    <a:cubicBezTo>
                      <a:pt x="51" y="142"/>
                      <a:pt x="36" y="129"/>
                      <a:pt x="26" y="128"/>
                    </a:cubicBezTo>
                    <a:cubicBezTo>
                      <a:pt x="15" y="127"/>
                      <a:pt x="0" y="130"/>
                      <a:pt x="1" y="133"/>
                    </a:cubicBezTo>
                    <a:cubicBezTo>
                      <a:pt x="2" y="135"/>
                      <a:pt x="19" y="134"/>
                      <a:pt x="19" y="134"/>
                    </a:cubicBezTo>
                    <a:cubicBezTo>
                      <a:pt x="19" y="134"/>
                      <a:pt x="2" y="141"/>
                      <a:pt x="1" y="146"/>
                    </a:cubicBezTo>
                    <a:cubicBezTo>
                      <a:pt x="1" y="150"/>
                      <a:pt x="9" y="155"/>
                      <a:pt x="16" y="154"/>
                    </a:cubicBezTo>
                    <a:cubicBezTo>
                      <a:pt x="23" y="154"/>
                      <a:pt x="42" y="160"/>
                      <a:pt x="52" y="154"/>
                    </a:cubicBezTo>
                    <a:cubicBezTo>
                      <a:pt x="52" y="154"/>
                      <a:pt x="151" y="146"/>
                      <a:pt x="165" y="131"/>
                    </a:cubicBezTo>
                    <a:cubicBezTo>
                      <a:pt x="180" y="117"/>
                      <a:pt x="209" y="59"/>
                      <a:pt x="209" y="59"/>
                    </a:cubicBezTo>
                    <a:lnTo>
                      <a:pt x="200" y="0"/>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8" name="Google Shape;488;p3"/>
              <p:cNvSpPr/>
              <p:nvPr/>
            </p:nvSpPr>
            <p:spPr>
              <a:xfrm flipH="1">
                <a:off x="1589760" y="1942920"/>
                <a:ext cx="325080" cy="433080"/>
              </a:xfrm>
              <a:custGeom>
                <a:rect b="b" l="l" r="r" t="t"/>
                <a:pathLst>
                  <a:path extrusionOk="0" h="183" w="138">
                    <a:moveTo>
                      <a:pt x="56" y="4"/>
                    </a:moveTo>
                    <a:cubicBezTo>
                      <a:pt x="93" y="0"/>
                      <a:pt x="113" y="13"/>
                      <a:pt x="113" y="13"/>
                    </a:cubicBezTo>
                    <a:cubicBezTo>
                      <a:pt x="113" y="13"/>
                      <a:pt x="115" y="92"/>
                      <a:pt x="122" y="116"/>
                    </a:cubicBezTo>
                    <a:cubicBezTo>
                      <a:pt x="128" y="140"/>
                      <a:pt x="138" y="159"/>
                      <a:pt x="133" y="171"/>
                    </a:cubicBezTo>
                    <a:cubicBezTo>
                      <a:pt x="128" y="183"/>
                      <a:pt x="119" y="183"/>
                      <a:pt x="105" y="183"/>
                    </a:cubicBezTo>
                    <a:cubicBezTo>
                      <a:pt x="92" y="183"/>
                      <a:pt x="54" y="183"/>
                      <a:pt x="35" y="183"/>
                    </a:cubicBezTo>
                    <a:cubicBezTo>
                      <a:pt x="17" y="183"/>
                      <a:pt x="8" y="180"/>
                      <a:pt x="10" y="163"/>
                    </a:cubicBezTo>
                    <a:cubicBezTo>
                      <a:pt x="12" y="145"/>
                      <a:pt x="15" y="100"/>
                      <a:pt x="10" y="86"/>
                    </a:cubicBezTo>
                    <a:cubicBezTo>
                      <a:pt x="5" y="73"/>
                      <a:pt x="0" y="56"/>
                      <a:pt x="6" y="40"/>
                    </a:cubicBezTo>
                    <a:cubicBezTo>
                      <a:pt x="13" y="24"/>
                      <a:pt x="18" y="15"/>
                      <a:pt x="18" y="15"/>
                    </a:cubicBezTo>
                    <a:cubicBezTo>
                      <a:pt x="18" y="15"/>
                      <a:pt x="34" y="7"/>
                      <a:pt x="56" y="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9" name="Google Shape;489;p3"/>
              <p:cNvSpPr/>
              <p:nvPr/>
            </p:nvSpPr>
            <p:spPr>
              <a:xfrm flipH="1">
                <a:off x="1494360" y="2146320"/>
                <a:ext cx="269640" cy="26784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90" name="Google Shape;490;p3"/>
              <p:cNvSpPr/>
              <p:nvPr/>
            </p:nvSpPr>
            <p:spPr>
              <a:xfrm flipH="1">
                <a:off x="1514160" y="2170080"/>
                <a:ext cx="266400" cy="26784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91" name="Google Shape;491;p3"/>
              <p:cNvSpPr/>
              <p:nvPr/>
            </p:nvSpPr>
            <p:spPr>
              <a:xfrm flipH="1">
                <a:off x="1533240" y="2192400"/>
                <a:ext cx="266400" cy="26784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92" name="Google Shape;492;p3"/>
              <p:cNvSpPr/>
              <p:nvPr/>
            </p:nvSpPr>
            <p:spPr>
              <a:xfrm flipH="1">
                <a:off x="1461240" y="1971720"/>
                <a:ext cx="277560" cy="509400"/>
              </a:xfrm>
              <a:custGeom>
                <a:rect b="b" l="l" r="r" t="t"/>
                <a:pathLst>
                  <a:path extrusionOk="0" h="215" w="117">
                    <a:moveTo>
                      <a:pt x="30" y="4"/>
                    </a:moveTo>
                    <a:cubicBezTo>
                      <a:pt x="32" y="0"/>
                      <a:pt x="38" y="0"/>
                      <a:pt x="41" y="3"/>
                    </a:cubicBezTo>
                    <a:cubicBezTo>
                      <a:pt x="57" y="21"/>
                      <a:pt x="101" y="72"/>
                      <a:pt x="108" y="95"/>
                    </a:cubicBezTo>
                    <a:cubicBezTo>
                      <a:pt x="117" y="123"/>
                      <a:pt x="49" y="197"/>
                      <a:pt x="49" y="197"/>
                    </a:cubicBezTo>
                    <a:cubicBezTo>
                      <a:pt x="49" y="197"/>
                      <a:pt x="31" y="213"/>
                      <a:pt x="18" y="214"/>
                    </a:cubicBezTo>
                    <a:cubicBezTo>
                      <a:pt x="5" y="215"/>
                      <a:pt x="16" y="203"/>
                      <a:pt x="16" y="203"/>
                    </a:cubicBezTo>
                    <a:cubicBezTo>
                      <a:pt x="16" y="203"/>
                      <a:pt x="7" y="208"/>
                      <a:pt x="3" y="207"/>
                    </a:cubicBezTo>
                    <a:cubicBezTo>
                      <a:pt x="0" y="207"/>
                      <a:pt x="23" y="186"/>
                      <a:pt x="36" y="189"/>
                    </a:cubicBezTo>
                    <a:cubicBezTo>
                      <a:pt x="79" y="104"/>
                      <a:pt x="79" y="104"/>
                      <a:pt x="79" y="104"/>
                    </a:cubicBezTo>
                    <a:cubicBezTo>
                      <a:pt x="79" y="104"/>
                      <a:pt x="48" y="65"/>
                      <a:pt x="33" y="47"/>
                    </a:cubicBezTo>
                    <a:cubicBezTo>
                      <a:pt x="20" y="32"/>
                      <a:pt x="24" y="15"/>
                      <a:pt x="30" y="4"/>
                    </a:cubicBez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93" name="Google Shape;493;p3"/>
              <p:cNvSpPr/>
              <p:nvPr/>
            </p:nvSpPr>
            <p:spPr>
              <a:xfrm flipH="1">
                <a:off x="1743840" y="1765080"/>
                <a:ext cx="155160" cy="221760"/>
              </a:xfrm>
              <a:custGeom>
                <a:rect b="b" l="l" r="r" t="t"/>
                <a:pathLst>
                  <a:path extrusionOk="0" h="94" w="66">
                    <a:moveTo>
                      <a:pt x="11" y="8"/>
                    </a:moveTo>
                    <a:cubicBezTo>
                      <a:pt x="10" y="9"/>
                      <a:pt x="8" y="25"/>
                      <a:pt x="0" y="31"/>
                    </a:cubicBezTo>
                    <a:cubicBezTo>
                      <a:pt x="3" y="32"/>
                      <a:pt x="3" y="32"/>
                      <a:pt x="3" y="32"/>
                    </a:cubicBezTo>
                    <a:cubicBezTo>
                      <a:pt x="5" y="32"/>
                      <a:pt x="6" y="34"/>
                      <a:pt x="6" y="36"/>
                    </a:cubicBezTo>
                    <a:cubicBezTo>
                      <a:pt x="5" y="42"/>
                      <a:pt x="4" y="54"/>
                      <a:pt x="7" y="58"/>
                    </a:cubicBezTo>
                    <a:cubicBezTo>
                      <a:pt x="12" y="62"/>
                      <a:pt x="31" y="57"/>
                      <a:pt x="32" y="63"/>
                    </a:cubicBezTo>
                    <a:cubicBezTo>
                      <a:pt x="33" y="68"/>
                      <a:pt x="34" y="82"/>
                      <a:pt x="34" y="89"/>
                    </a:cubicBezTo>
                    <a:cubicBezTo>
                      <a:pt x="34" y="92"/>
                      <a:pt x="35" y="93"/>
                      <a:pt x="38" y="93"/>
                    </a:cubicBezTo>
                    <a:cubicBezTo>
                      <a:pt x="44" y="94"/>
                      <a:pt x="56" y="93"/>
                      <a:pt x="66" y="85"/>
                    </a:cubicBezTo>
                    <a:cubicBezTo>
                      <a:pt x="62" y="38"/>
                      <a:pt x="62" y="38"/>
                      <a:pt x="62" y="38"/>
                    </a:cubicBezTo>
                    <a:cubicBezTo>
                      <a:pt x="41" y="0"/>
                      <a:pt x="41" y="0"/>
                      <a:pt x="41" y="0"/>
                    </a:cubicBezTo>
                    <a:lnTo>
                      <a:pt x="11" y="8"/>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94" name="Google Shape;494;p3"/>
              <p:cNvSpPr/>
              <p:nvPr/>
            </p:nvSpPr>
            <p:spPr>
              <a:xfrm flipH="1">
                <a:off x="1681920" y="1706400"/>
                <a:ext cx="223560" cy="225000"/>
              </a:xfrm>
              <a:custGeom>
                <a:rect b="b" l="l" r="r" t="t"/>
                <a:pathLst>
                  <a:path extrusionOk="0" h="95" w="95">
                    <a:moveTo>
                      <a:pt x="41" y="12"/>
                    </a:moveTo>
                    <a:cubicBezTo>
                      <a:pt x="39" y="13"/>
                      <a:pt x="37" y="13"/>
                      <a:pt x="35" y="12"/>
                    </a:cubicBezTo>
                    <a:cubicBezTo>
                      <a:pt x="26" y="11"/>
                      <a:pt x="0" y="8"/>
                      <a:pt x="2" y="29"/>
                    </a:cubicBezTo>
                    <a:cubicBezTo>
                      <a:pt x="3" y="37"/>
                      <a:pt x="16" y="39"/>
                      <a:pt x="26" y="39"/>
                    </a:cubicBezTo>
                    <a:cubicBezTo>
                      <a:pt x="33" y="39"/>
                      <a:pt x="39" y="45"/>
                      <a:pt x="39" y="52"/>
                    </a:cubicBezTo>
                    <a:cubicBezTo>
                      <a:pt x="38" y="59"/>
                      <a:pt x="38" y="68"/>
                      <a:pt x="39" y="75"/>
                    </a:cubicBezTo>
                    <a:cubicBezTo>
                      <a:pt x="40" y="91"/>
                      <a:pt x="42" y="93"/>
                      <a:pt x="62" y="92"/>
                    </a:cubicBezTo>
                    <a:cubicBezTo>
                      <a:pt x="81" y="92"/>
                      <a:pt x="89" y="95"/>
                      <a:pt x="91" y="82"/>
                    </a:cubicBezTo>
                    <a:cubicBezTo>
                      <a:pt x="95" y="61"/>
                      <a:pt x="89" y="0"/>
                      <a:pt x="41"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cxnSp>
          <p:nvCxnSpPr>
            <p:cNvPr id="495" name="Google Shape;495;p3"/>
            <p:cNvCxnSpPr/>
            <p:nvPr/>
          </p:nvCxnSpPr>
          <p:spPr>
            <a:xfrm flipH="1">
              <a:off x="592200" y="3497760"/>
              <a:ext cx="3810600" cy="360"/>
            </a:xfrm>
            <a:prstGeom prst="straightConnector1">
              <a:avLst/>
            </a:prstGeom>
            <a:noFill/>
            <a:ln cap="flat" cmpd="sng" w="9525">
              <a:solidFill>
                <a:srgbClr val="FFFEF4"/>
              </a:solidFill>
              <a:prstDash val="solid"/>
              <a:round/>
              <a:headEnd len="sm" w="sm" type="none"/>
              <a:tailEnd len="sm" w="sm" type="none"/>
            </a:ln>
          </p:spPr>
        </p:cxnSp>
        <p:sp>
          <p:nvSpPr>
            <p:cNvPr id="496" name="Google Shape;496;p3"/>
            <p:cNvSpPr/>
            <p:nvPr/>
          </p:nvSpPr>
          <p:spPr>
            <a:xfrm>
              <a:off x="1089720" y="1356120"/>
              <a:ext cx="549360" cy="249480"/>
            </a:xfrm>
            <a:custGeom>
              <a:rect b="b" l="l" r="r" t="t"/>
              <a:pathLst>
                <a:path extrusionOk="0" h="340" w="749">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497" name="Google Shape;497;p3"/>
            <p:cNvGrpSpPr/>
            <p:nvPr/>
          </p:nvGrpSpPr>
          <p:grpSpPr>
            <a:xfrm>
              <a:off x="598680" y="2361600"/>
              <a:ext cx="733680" cy="1132920"/>
              <a:chOff x="598680" y="2361600"/>
              <a:chExt cx="733680" cy="1132920"/>
            </a:xfrm>
          </p:grpSpPr>
          <p:sp>
            <p:nvSpPr>
              <p:cNvPr id="498" name="Google Shape;498;p3"/>
              <p:cNvSpPr/>
              <p:nvPr/>
            </p:nvSpPr>
            <p:spPr>
              <a:xfrm>
                <a:off x="777240" y="2361600"/>
                <a:ext cx="335160" cy="700920"/>
              </a:xfrm>
              <a:custGeom>
                <a:rect b="b" l="l" r="r" t="t"/>
                <a:pathLst>
                  <a:path extrusionOk="0" h="322" w="154">
                    <a:moveTo>
                      <a:pt x="37" y="11"/>
                    </a:moveTo>
                    <a:cubicBezTo>
                      <a:pt x="81" y="0"/>
                      <a:pt x="73" y="52"/>
                      <a:pt x="93" y="72"/>
                    </a:cubicBezTo>
                    <a:cubicBezTo>
                      <a:pt x="113" y="92"/>
                      <a:pt x="122" y="109"/>
                      <a:pt x="118" y="133"/>
                    </a:cubicBezTo>
                    <a:cubicBezTo>
                      <a:pt x="115" y="157"/>
                      <a:pt x="119" y="167"/>
                      <a:pt x="127" y="180"/>
                    </a:cubicBezTo>
                    <a:cubicBezTo>
                      <a:pt x="135" y="193"/>
                      <a:pt x="142" y="222"/>
                      <a:pt x="134" y="238"/>
                    </a:cubicBezTo>
                    <a:cubicBezTo>
                      <a:pt x="126" y="255"/>
                      <a:pt x="154" y="275"/>
                      <a:pt x="132" y="322"/>
                    </a:cubicBezTo>
                    <a:cubicBezTo>
                      <a:pt x="73" y="322"/>
                      <a:pt x="73" y="322"/>
                      <a:pt x="73" y="322"/>
                    </a:cubicBezTo>
                    <a:cubicBezTo>
                      <a:pt x="73" y="322"/>
                      <a:pt x="44" y="297"/>
                      <a:pt x="50" y="267"/>
                    </a:cubicBezTo>
                    <a:cubicBezTo>
                      <a:pt x="57" y="238"/>
                      <a:pt x="41" y="207"/>
                      <a:pt x="32" y="195"/>
                    </a:cubicBezTo>
                    <a:cubicBezTo>
                      <a:pt x="23" y="184"/>
                      <a:pt x="20" y="158"/>
                      <a:pt x="26" y="133"/>
                    </a:cubicBezTo>
                    <a:cubicBezTo>
                      <a:pt x="32" y="108"/>
                      <a:pt x="7" y="98"/>
                      <a:pt x="3" y="67"/>
                    </a:cubicBezTo>
                    <a:cubicBezTo>
                      <a:pt x="0" y="35"/>
                      <a:pt x="15" y="17"/>
                      <a:pt x="37"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99" name="Google Shape;499;p3"/>
              <p:cNvSpPr/>
              <p:nvPr/>
            </p:nvSpPr>
            <p:spPr>
              <a:xfrm>
                <a:off x="859680" y="2438640"/>
                <a:ext cx="141840" cy="623880"/>
              </a:xfrm>
              <a:custGeom>
                <a:rect b="b" l="l" r="r" t="t"/>
                <a:pathLst>
                  <a:path extrusionOk="0" h="287" w="65">
                    <a:moveTo>
                      <a:pt x="0" y="0"/>
                    </a:moveTo>
                    <a:cubicBezTo>
                      <a:pt x="0" y="35"/>
                      <a:pt x="26" y="98"/>
                      <a:pt x="40" y="148"/>
                    </a:cubicBezTo>
                    <a:cubicBezTo>
                      <a:pt x="55" y="197"/>
                      <a:pt x="65" y="257"/>
                      <a:pt x="64" y="287"/>
                    </a:cubicBez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0" name="Google Shape;500;p3"/>
              <p:cNvSpPr/>
              <p:nvPr/>
            </p:nvSpPr>
            <p:spPr>
              <a:xfrm>
                <a:off x="818640" y="2493000"/>
                <a:ext cx="102240" cy="134280"/>
              </a:xfrm>
              <a:custGeom>
                <a:rect b="b" l="l" r="r" t="t"/>
                <a:pathLst>
                  <a:path extrusionOk="0" h="147" w="112">
                    <a:moveTo>
                      <a:pt x="112" y="0"/>
                    </a:moveTo>
                    <a:lnTo>
                      <a:pt x="95" y="147"/>
                    </a:lnTo>
                    <a:lnTo>
                      <a:pt x="0" y="24"/>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1" name="Google Shape;501;p3"/>
              <p:cNvSpPr/>
              <p:nvPr/>
            </p:nvSpPr>
            <p:spPr>
              <a:xfrm>
                <a:off x="857880" y="2638440"/>
                <a:ext cx="121680" cy="156240"/>
              </a:xfrm>
              <a:custGeom>
                <a:rect b="b" l="l" r="r" t="t"/>
                <a:pathLst>
                  <a:path extrusionOk="0" h="171" w="133">
                    <a:moveTo>
                      <a:pt x="133" y="0"/>
                    </a:moveTo>
                    <a:lnTo>
                      <a:pt x="109" y="171"/>
                    </a:lnTo>
                    <a:lnTo>
                      <a:pt x="0" y="55"/>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2" name="Google Shape;502;p3"/>
              <p:cNvSpPr/>
              <p:nvPr/>
            </p:nvSpPr>
            <p:spPr>
              <a:xfrm>
                <a:off x="911880" y="2810880"/>
                <a:ext cx="127800" cy="164520"/>
              </a:xfrm>
              <a:custGeom>
                <a:rect b="b" l="l" r="r" t="t"/>
                <a:pathLst>
                  <a:path extrusionOk="0" h="180" w="140">
                    <a:moveTo>
                      <a:pt x="140" y="0"/>
                    </a:moveTo>
                    <a:lnTo>
                      <a:pt x="88" y="180"/>
                    </a:lnTo>
                    <a:lnTo>
                      <a:pt x="0" y="47"/>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3" name="Google Shape;503;p3"/>
              <p:cNvSpPr/>
              <p:nvPr/>
            </p:nvSpPr>
            <p:spPr>
              <a:xfrm>
                <a:off x="1011960" y="2649600"/>
                <a:ext cx="320400" cy="450720"/>
              </a:xfrm>
              <a:custGeom>
                <a:rect b="b" l="l" r="r" t="t"/>
                <a:pathLst>
                  <a:path extrusionOk="0" h="207" w="147">
                    <a:moveTo>
                      <a:pt x="9" y="207"/>
                    </a:moveTo>
                    <a:cubicBezTo>
                      <a:pt x="9" y="207"/>
                      <a:pt x="0" y="158"/>
                      <a:pt x="10" y="128"/>
                    </a:cubicBezTo>
                    <a:cubicBezTo>
                      <a:pt x="19" y="98"/>
                      <a:pt x="43" y="92"/>
                      <a:pt x="45" y="66"/>
                    </a:cubicBezTo>
                    <a:cubicBezTo>
                      <a:pt x="48" y="26"/>
                      <a:pt x="72" y="0"/>
                      <a:pt x="103" y="4"/>
                    </a:cubicBezTo>
                    <a:cubicBezTo>
                      <a:pt x="133" y="8"/>
                      <a:pt x="147" y="55"/>
                      <a:pt x="117" y="81"/>
                    </a:cubicBezTo>
                    <a:cubicBezTo>
                      <a:pt x="106" y="91"/>
                      <a:pt x="91" y="115"/>
                      <a:pt x="93" y="135"/>
                    </a:cubicBezTo>
                    <a:cubicBezTo>
                      <a:pt x="97" y="166"/>
                      <a:pt x="58" y="185"/>
                      <a:pt x="58" y="185"/>
                    </a:cubicBezTo>
                    <a:lnTo>
                      <a:pt x="9" y="20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4" name="Google Shape;504;p3"/>
              <p:cNvSpPr/>
              <p:nvPr/>
            </p:nvSpPr>
            <p:spPr>
              <a:xfrm>
                <a:off x="1084320" y="2732040"/>
                <a:ext cx="153720" cy="345960"/>
              </a:xfrm>
              <a:custGeom>
                <a:rect b="b" l="l" r="r" t="t"/>
                <a:pathLst>
                  <a:path extrusionOk="0" h="159" w="71">
                    <a:moveTo>
                      <a:pt x="71" y="0"/>
                    </a:moveTo>
                    <a:cubicBezTo>
                      <a:pt x="23" y="51"/>
                      <a:pt x="0" y="145"/>
                      <a:pt x="0" y="159"/>
                    </a:cubicBez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5" name="Google Shape;505;p3"/>
              <p:cNvSpPr/>
              <p:nvPr/>
            </p:nvSpPr>
            <p:spPr>
              <a:xfrm>
                <a:off x="1166760" y="2727360"/>
                <a:ext cx="93240" cy="87480"/>
              </a:xfrm>
              <a:custGeom>
                <a:rect b="b" l="l" r="r" t="t"/>
                <a:pathLst>
                  <a:path extrusionOk="0" h="96" w="102">
                    <a:moveTo>
                      <a:pt x="0" y="0"/>
                    </a:moveTo>
                    <a:lnTo>
                      <a:pt x="12" y="96"/>
                    </a:lnTo>
                    <a:lnTo>
                      <a:pt x="102" y="50"/>
                    </a:lnTo>
                  </a:path>
                </a:pathLst>
              </a:custGeom>
              <a:noFill/>
              <a:ln cap="flat" cmpd="sng" w="9525">
                <a:solidFill>
                  <a:srgbClr val="FFFEF4"/>
                </a:solidFill>
                <a:prstDash val="solid"/>
                <a:miter lim="8000"/>
                <a:headEnd len="sm" w="sm" type="none"/>
                <a:tailEnd len="sm" w="sm" type="none"/>
              </a:ln>
            </p:spPr>
            <p:txBody>
              <a:bodyPr anchorCtr="0" anchor="t" bIns="43900" lIns="91425" spcFirstLastPara="1" rIns="91425" wrap="square" tIns="439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6" name="Google Shape;506;p3"/>
              <p:cNvSpPr/>
              <p:nvPr/>
            </p:nvSpPr>
            <p:spPr>
              <a:xfrm>
                <a:off x="1112760" y="2834640"/>
                <a:ext cx="101520" cy="88560"/>
              </a:xfrm>
              <a:custGeom>
                <a:rect b="b" l="l" r="r" t="t"/>
                <a:pathLst>
                  <a:path extrusionOk="0" h="97" w="111">
                    <a:moveTo>
                      <a:pt x="0" y="0"/>
                    </a:moveTo>
                    <a:lnTo>
                      <a:pt x="14" y="97"/>
                    </a:lnTo>
                    <a:lnTo>
                      <a:pt x="111" y="36"/>
                    </a:lnTo>
                  </a:path>
                </a:pathLst>
              </a:custGeom>
              <a:noFill/>
              <a:ln cap="flat" cmpd="sng" w="9525">
                <a:solidFill>
                  <a:srgbClr val="FFFEF4"/>
                </a:solidFill>
                <a:prstDash val="solid"/>
                <a:miter lim="8000"/>
                <a:headEnd len="sm" w="sm" type="none"/>
                <a:tailEnd len="sm" w="sm" type="none"/>
              </a:ln>
            </p:spPr>
            <p:txBody>
              <a:bodyPr anchorCtr="0" anchor="t" bIns="44275" lIns="91425" spcFirstLastPara="1" rIns="91425" wrap="square" tIns="44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7" name="Google Shape;507;p3"/>
              <p:cNvSpPr/>
              <p:nvPr/>
            </p:nvSpPr>
            <p:spPr>
              <a:xfrm>
                <a:off x="1051200" y="2930040"/>
                <a:ext cx="132480" cy="102240"/>
              </a:xfrm>
              <a:custGeom>
                <a:rect b="b" l="l" r="r" t="t"/>
                <a:pathLst>
                  <a:path extrusionOk="0" h="112" w="145">
                    <a:moveTo>
                      <a:pt x="0" y="0"/>
                    </a:moveTo>
                    <a:lnTo>
                      <a:pt x="45" y="112"/>
                    </a:lnTo>
                    <a:lnTo>
                      <a:pt x="145" y="48"/>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8" name="Google Shape;508;p3"/>
              <p:cNvSpPr/>
              <p:nvPr/>
            </p:nvSpPr>
            <p:spPr>
              <a:xfrm>
                <a:off x="598680" y="2697120"/>
                <a:ext cx="374400" cy="402840"/>
              </a:xfrm>
              <a:custGeom>
                <a:rect b="b" l="l" r="r" t="t"/>
                <a:pathLst>
                  <a:path extrusionOk="0" h="185" w="172">
                    <a:moveTo>
                      <a:pt x="172" y="185"/>
                    </a:moveTo>
                    <a:cubicBezTo>
                      <a:pt x="172" y="185"/>
                      <a:pt x="168" y="135"/>
                      <a:pt x="152" y="109"/>
                    </a:cubicBezTo>
                    <a:cubicBezTo>
                      <a:pt x="135" y="82"/>
                      <a:pt x="110" y="82"/>
                      <a:pt x="102" y="57"/>
                    </a:cubicBezTo>
                    <a:cubicBezTo>
                      <a:pt x="89" y="20"/>
                      <a:pt x="59" y="0"/>
                      <a:pt x="31" y="11"/>
                    </a:cubicBezTo>
                    <a:cubicBezTo>
                      <a:pt x="2" y="23"/>
                      <a:pt x="0" y="72"/>
                      <a:pt x="35" y="89"/>
                    </a:cubicBezTo>
                    <a:cubicBezTo>
                      <a:pt x="49" y="96"/>
                      <a:pt x="69" y="117"/>
                      <a:pt x="72" y="136"/>
                    </a:cubicBezTo>
                    <a:cubicBezTo>
                      <a:pt x="76" y="168"/>
                      <a:pt x="119" y="176"/>
                      <a:pt x="119" y="176"/>
                    </a:cubicBezTo>
                    <a:lnTo>
                      <a:pt x="172" y="18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9" name="Google Shape;509;p3"/>
              <p:cNvSpPr/>
              <p:nvPr/>
            </p:nvSpPr>
            <p:spPr>
              <a:xfrm>
                <a:off x="681840" y="2795400"/>
                <a:ext cx="234360" cy="295560"/>
              </a:xfrm>
              <a:custGeom>
                <a:rect b="b" l="l" r="r" t="t"/>
                <a:pathLst>
                  <a:path extrusionOk="0" h="136" w="108">
                    <a:moveTo>
                      <a:pt x="0" y="0"/>
                    </a:moveTo>
                    <a:cubicBezTo>
                      <a:pt x="59" y="37"/>
                      <a:pt x="105" y="123"/>
                      <a:pt x="108" y="136"/>
                    </a:cubicBez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0" name="Google Shape;510;p3"/>
              <p:cNvSpPr/>
              <p:nvPr/>
            </p:nvSpPr>
            <p:spPr>
              <a:xfrm>
                <a:off x="671040" y="2773440"/>
                <a:ext cx="88560" cy="86760"/>
              </a:xfrm>
              <a:custGeom>
                <a:rect b="b" l="l" r="r" t="t"/>
                <a:pathLst>
                  <a:path extrusionOk="0" h="95" w="97">
                    <a:moveTo>
                      <a:pt x="85" y="0"/>
                    </a:moveTo>
                    <a:lnTo>
                      <a:pt x="97" y="95"/>
                    </a:lnTo>
                    <a:lnTo>
                      <a:pt x="0" y="74"/>
                    </a:lnTo>
                  </a:path>
                </a:pathLst>
              </a:custGeom>
              <a:noFill/>
              <a:ln cap="flat" cmpd="sng" w="9525">
                <a:solidFill>
                  <a:srgbClr val="FFFEF4"/>
                </a:solidFill>
                <a:prstDash val="solid"/>
                <a:miter lim="8000"/>
                <a:headEnd len="sm" w="sm" type="none"/>
                <a:tailEnd len="sm" w="sm" type="none"/>
              </a:ln>
            </p:spPr>
            <p:txBody>
              <a:bodyPr anchorCtr="0" anchor="t" bIns="43550" lIns="91425" spcFirstLastPara="1" rIns="91425" wrap="square" tIns="43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1" name="Google Shape;511;p3"/>
              <p:cNvSpPr/>
              <p:nvPr/>
            </p:nvSpPr>
            <p:spPr>
              <a:xfrm>
                <a:off x="738000" y="2863080"/>
                <a:ext cx="97560" cy="88560"/>
              </a:xfrm>
              <a:custGeom>
                <a:rect b="b" l="l" r="r" t="t"/>
                <a:pathLst>
                  <a:path extrusionOk="0" h="97" w="107">
                    <a:moveTo>
                      <a:pt x="98" y="0"/>
                    </a:moveTo>
                    <a:lnTo>
                      <a:pt x="107" y="97"/>
                    </a:lnTo>
                    <a:lnTo>
                      <a:pt x="0" y="62"/>
                    </a:lnTo>
                  </a:path>
                </a:pathLst>
              </a:custGeom>
              <a:noFill/>
              <a:ln cap="flat" cmpd="sng" w="9525">
                <a:solidFill>
                  <a:srgbClr val="FFFEF4"/>
                </a:solidFill>
                <a:prstDash val="solid"/>
                <a:miter lim="8000"/>
                <a:headEnd len="sm" w="sm" type="none"/>
                <a:tailEnd len="sm" w="sm" type="none"/>
              </a:ln>
            </p:spPr>
            <p:txBody>
              <a:bodyPr anchorCtr="0" anchor="t" bIns="44275" lIns="91425" spcFirstLastPara="1" rIns="91425" wrap="square" tIns="44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2" name="Google Shape;512;p3"/>
              <p:cNvSpPr/>
              <p:nvPr/>
            </p:nvSpPr>
            <p:spPr>
              <a:xfrm>
                <a:off x="793080" y="2939040"/>
                <a:ext cx="118800" cy="110520"/>
              </a:xfrm>
              <a:custGeom>
                <a:rect b="b" l="l" r="r" t="t"/>
                <a:pathLst>
                  <a:path extrusionOk="0" h="121" w="130">
                    <a:moveTo>
                      <a:pt x="130" y="0"/>
                    </a:moveTo>
                    <a:lnTo>
                      <a:pt x="114" y="121"/>
                    </a:lnTo>
                    <a:lnTo>
                      <a:pt x="0" y="83"/>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3" name="Google Shape;513;p3"/>
              <p:cNvSpPr/>
              <p:nvPr/>
            </p:nvSpPr>
            <p:spPr>
              <a:xfrm>
                <a:off x="748800" y="3045600"/>
                <a:ext cx="454320" cy="448920"/>
              </a:xfrm>
              <a:custGeom>
                <a:rect b="b" l="l" r="r" t="t"/>
                <a:pathLst>
                  <a:path extrusionOk="0" h="490" w="496">
                    <a:moveTo>
                      <a:pt x="439" y="490"/>
                    </a:moveTo>
                    <a:lnTo>
                      <a:pt x="57" y="490"/>
                    </a:lnTo>
                    <a:lnTo>
                      <a:pt x="0" y="0"/>
                    </a:lnTo>
                    <a:lnTo>
                      <a:pt x="496" y="0"/>
                    </a:lnTo>
                    <a:lnTo>
                      <a:pt x="439" y="49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4" name="Google Shape;514;p3"/>
              <p:cNvSpPr/>
              <p:nvPr/>
            </p:nvSpPr>
            <p:spPr>
              <a:xfrm>
                <a:off x="738000" y="3039120"/>
                <a:ext cx="476280" cy="56520"/>
              </a:xfrm>
              <a:custGeom>
                <a:rect b="b" l="l" r="r" t="t"/>
                <a:pathLst>
                  <a:path extrusionOk="0" h="62" w="520">
                    <a:moveTo>
                      <a:pt x="7" y="62"/>
                    </a:moveTo>
                    <a:lnTo>
                      <a:pt x="513" y="62"/>
                    </a:lnTo>
                    <a:lnTo>
                      <a:pt x="520" y="0"/>
                    </a:lnTo>
                    <a:lnTo>
                      <a:pt x="0" y="0"/>
                    </a:lnTo>
                    <a:lnTo>
                      <a:pt x="7" y="62"/>
                    </a:lnTo>
                    <a:close/>
                  </a:path>
                </a:pathLst>
              </a:custGeom>
              <a:solidFill>
                <a:schemeClr val="accent3"/>
              </a:solidFill>
              <a:ln>
                <a:noFill/>
              </a:ln>
            </p:spPr>
            <p:txBody>
              <a:bodyPr anchorCtr="0" anchor="t" bIns="28425" lIns="91425" spcFirstLastPara="1" rIns="91425" wrap="square" tIns="28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515" name="Google Shape;515;p3"/>
            <p:cNvSpPr/>
            <p:nvPr/>
          </p:nvSpPr>
          <p:spPr>
            <a:xfrm>
              <a:off x="2880360" y="842760"/>
              <a:ext cx="549360" cy="249480"/>
            </a:xfrm>
            <a:custGeom>
              <a:rect b="b" l="l" r="r" t="t"/>
              <a:pathLst>
                <a:path extrusionOk="0" h="340" w="749">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6" name="Google Shape;516;p3"/>
            <p:cNvSpPr/>
            <p:nvPr/>
          </p:nvSpPr>
          <p:spPr>
            <a:xfrm>
              <a:off x="965520" y="1855080"/>
              <a:ext cx="408600" cy="409680"/>
            </a:xfrm>
            <a:custGeom>
              <a:rect b="b" l="l" r="r" t="t"/>
              <a:pathLst>
                <a:path extrusionOk="0" h="572" w="571">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id="521" name="Google Shape;521;p4"/>
          <p:cNvPicPr preferRelativeResize="0"/>
          <p:nvPr/>
        </p:nvPicPr>
        <p:blipFill rotWithShape="1">
          <a:blip r:embed="rId3">
            <a:alphaModFix/>
          </a:blip>
          <a:srcRect b="0" l="18780" r="10134" t="0"/>
          <a:stretch/>
        </p:blipFill>
        <p:spPr>
          <a:xfrm>
            <a:off x="4784040" y="1071360"/>
            <a:ext cx="3337200" cy="3128760"/>
          </a:xfrm>
          <a:prstGeom prst="rect">
            <a:avLst/>
          </a:prstGeom>
          <a:noFill/>
          <a:ln>
            <a:noFill/>
          </a:ln>
        </p:spPr>
      </p:pic>
      <p:sp>
        <p:nvSpPr>
          <p:cNvPr id="522" name="Google Shape;522;p4"/>
          <p:cNvSpPr txBox="1"/>
          <p:nvPr>
            <p:ph idx="4294967295" type="title"/>
          </p:nvPr>
        </p:nvSpPr>
        <p:spPr>
          <a:xfrm>
            <a:off x="119775" y="1476350"/>
            <a:ext cx="4779600" cy="14568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chemeClr val="dk1"/>
              </a:buClr>
              <a:buSzPts val="3200"/>
              <a:buFont typeface="Plus Jakarta Sans ExtraBold"/>
              <a:buNone/>
            </a:pPr>
            <a:r>
              <a:rPr b="0" i="0" lang="en" sz="3200" u="none" cap="none" strike="noStrike">
                <a:solidFill>
                  <a:schemeClr val="dk1"/>
                </a:solidFill>
                <a:latin typeface="Plus Jakarta Sans ExtraBold"/>
                <a:ea typeface="Plus Jakarta Sans ExtraBold"/>
                <a:cs typeface="Plus Jakarta Sans ExtraBold"/>
                <a:sym typeface="Plus Jakarta Sans ExtraBold"/>
              </a:rPr>
              <a:t>Sample size and features</a:t>
            </a:r>
            <a:endParaRPr b="0" i="0" sz="3200" u="none" cap="none" strike="noStrike">
              <a:solidFill>
                <a:schemeClr val="dk1"/>
              </a:solidFill>
              <a:latin typeface="Arial"/>
              <a:ea typeface="Arial"/>
              <a:cs typeface="Arial"/>
              <a:sym typeface="Arial"/>
            </a:endParaRPr>
          </a:p>
        </p:txBody>
      </p:sp>
      <p:sp>
        <p:nvSpPr>
          <p:cNvPr id="523" name="Google Shape;523;p4"/>
          <p:cNvSpPr txBox="1"/>
          <p:nvPr>
            <p:ph idx="4294967295" type="subTitle"/>
          </p:nvPr>
        </p:nvSpPr>
        <p:spPr>
          <a:xfrm>
            <a:off x="119775" y="2990875"/>
            <a:ext cx="4547400" cy="11142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chemeClr val="dk1"/>
              </a:buClr>
              <a:buSzPts val="1220"/>
              <a:buFont typeface="Arial"/>
              <a:buNone/>
            </a:pPr>
            <a:r>
              <a:rPr b="0" i="0" lang="en" sz="1419" u="none" cap="none" strike="noStrike">
                <a:solidFill>
                  <a:schemeClr val="dk1"/>
                </a:solidFill>
                <a:latin typeface="DM Sans"/>
                <a:ea typeface="DM Sans"/>
                <a:cs typeface="DM Sans"/>
                <a:sym typeface="DM Sans"/>
              </a:rPr>
              <a:t>The dataset consists of 15 samples, specifically chosen for this project to provide a manageable yet informative base for testing. Each sample contains two crucial features: glucose levels and insulin levels. These features are essential for assessing the likelihood of diabetes.</a:t>
            </a:r>
            <a:endParaRPr b="0" i="0" sz="1419" u="none" cap="none" strike="noStrike">
              <a:solidFill>
                <a:srgbClr val="000000"/>
              </a:solidFill>
              <a:latin typeface="Noto Sans Symbols"/>
              <a:ea typeface="Noto Sans Symbols"/>
              <a:cs typeface="Noto Sans Symbols"/>
              <a:sym typeface="Noto Sans Symbols"/>
            </a:endParaRPr>
          </a:p>
        </p:txBody>
      </p:sp>
      <p:grpSp>
        <p:nvGrpSpPr>
          <p:cNvPr id="524" name="Google Shape;524;p4"/>
          <p:cNvGrpSpPr/>
          <p:nvPr/>
        </p:nvGrpSpPr>
        <p:grpSpPr>
          <a:xfrm>
            <a:off x="954360" y="947880"/>
            <a:ext cx="187920" cy="188640"/>
            <a:chOff x="954360" y="947880"/>
            <a:chExt cx="187920" cy="188640"/>
          </a:xfrm>
        </p:grpSpPr>
        <p:sp>
          <p:nvSpPr>
            <p:cNvPr id="525" name="Google Shape;525;p4"/>
            <p:cNvSpPr/>
            <p:nvPr/>
          </p:nvSpPr>
          <p:spPr>
            <a:xfrm>
              <a:off x="1024560" y="10364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26" name="Google Shape;526;p4"/>
            <p:cNvSpPr/>
            <p:nvPr/>
          </p:nvSpPr>
          <p:spPr>
            <a:xfrm>
              <a:off x="1093320" y="10364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27" name="Google Shape;527;p4"/>
            <p:cNvSpPr/>
            <p:nvPr/>
          </p:nvSpPr>
          <p:spPr>
            <a:xfrm>
              <a:off x="954360" y="103644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28" name="Google Shape;528;p4"/>
            <p:cNvSpPr/>
            <p:nvPr/>
          </p:nvSpPr>
          <p:spPr>
            <a:xfrm>
              <a:off x="1041480" y="101916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29" name="Google Shape;529;p4"/>
            <p:cNvSpPr/>
            <p:nvPr/>
          </p:nvSpPr>
          <p:spPr>
            <a:xfrm>
              <a:off x="1041480" y="108864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30" name="Google Shape;530;p4"/>
            <p:cNvSpPr/>
            <p:nvPr/>
          </p:nvSpPr>
          <p:spPr>
            <a:xfrm>
              <a:off x="1041480" y="94788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22"/>
                                        </p:tgtEl>
                                        <p:attrNameLst>
                                          <p:attrName>style.visibility</p:attrName>
                                        </p:attrNameLst>
                                      </p:cBhvr>
                                      <p:to>
                                        <p:strVal val="visible"/>
                                      </p:to>
                                    </p:set>
                                    <p:anim calcmode="lin" valueType="num">
                                      <p:cBhvr additive="base">
                                        <p:cTn dur="1000"/>
                                        <p:tgtEl>
                                          <p:spTgt spid="52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1000"/>
                                        <p:tgtEl>
                                          <p:spTgt spid="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
          <p:cNvSpPr txBox="1"/>
          <p:nvPr>
            <p:ph idx="4294967295" type="title"/>
          </p:nvPr>
        </p:nvSpPr>
        <p:spPr>
          <a:xfrm>
            <a:off x="714240" y="1104840"/>
            <a:ext cx="4105080" cy="179028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SzPts val="5310"/>
              <a:buFont typeface="Plus Jakarta Sans ExtraBold"/>
              <a:buNone/>
            </a:pPr>
            <a:r>
              <a:rPr b="0" i="0" lang="en" sz="4709" u="none" cap="none" strike="noStrike">
                <a:solidFill>
                  <a:schemeClr val="dk1"/>
                </a:solidFill>
                <a:latin typeface="Plus Jakarta Sans ExtraBold"/>
                <a:ea typeface="Plus Jakarta Sans ExtraBold"/>
                <a:cs typeface="Plus Jakarta Sans ExtraBold"/>
                <a:sym typeface="Plus Jakarta Sans ExtraBold"/>
              </a:rPr>
              <a:t>Binary target variable</a:t>
            </a:r>
            <a:endParaRPr b="0" i="0" sz="4709" u="none" cap="none" strike="noStrike">
              <a:solidFill>
                <a:schemeClr val="dk1"/>
              </a:solidFill>
              <a:latin typeface="Arial"/>
              <a:ea typeface="Arial"/>
              <a:cs typeface="Arial"/>
              <a:sym typeface="Arial"/>
            </a:endParaRPr>
          </a:p>
        </p:txBody>
      </p:sp>
      <p:sp>
        <p:nvSpPr>
          <p:cNvPr id="536" name="Google Shape;536;p5"/>
          <p:cNvSpPr txBox="1"/>
          <p:nvPr>
            <p:ph idx="4294967295" type="subTitle"/>
          </p:nvPr>
        </p:nvSpPr>
        <p:spPr>
          <a:xfrm>
            <a:off x="1" y="2819525"/>
            <a:ext cx="4819200" cy="15999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chemeClr val="dk1"/>
              </a:buClr>
              <a:buSzPts val="1400"/>
              <a:buFont typeface="Arial"/>
              <a:buNone/>
            </a:pPr>
            <a:r>
              <a:rPr b="0" i="0" lang="en" sz="1700" u="none" cap="none" strike="noStrike">
                <a:solidFill>
                  <a:schemeClr val="dk1"/>
                </a:solidFill>
                <a:latin typeface="DM Sans"/>
                <a:ea typeface="DM Sans"/>
                <a:cs typeface="DM Sans"/>
                <a:sym typeface="DM Sans"/>
              </a:rPr>
              <a:t>The target variable in this dataset is binary, indicating whether an individual is diabetic (1) or non-diabetic (0). This simplification allows for effective classification using the chosen machine learning models.</a:t>
            </a:r>
            <a:endParaRPr b="0" i="0" sz="1700" u="none" cap="none" strike="noStrike">
              <a:solidFill>
                <a:srgbClr val="000000"/>
              </a:solidFill>
              <a:latin typeface="Noto Sans Symbols"/>
              <a:ea typeface="Noto Sans Symbols"/>
              <a:cs typeface="Noto Sans Symbols"/>
              <a:sym typeface="Noto Sans Symbols"/>
            </a:endParaRPr>
          </a:p>
        </p:txBody>
      </p:sp>
      <p:grpSp>
        <p:nvGrpSpPr>
          <p:cNvPr id="537" name="Google Shape;537;p5"/>
          <p:cNvGrpSpPr/>
          <p:nvPr/>
        </p:nvGrpSpPr>
        <p:grpSpPr>
          <a:xfrm>
            <a:off x="4822920" y="652680"/>
            <a:ext cx="4070880" cy="3669120"/>
            <a:chOff x="4822920" y="652680"/>
            <a:chExt cx="4070880" cy="3669120"/>
          </a:xfrm>
        </p:grpSpPr>
        <p:sp>
          <p:nvSpPr>
            <p:cNvPr id="538" name="Google Shape;538;p5"/>
            <p:cNvSpPr/>
            <p:nvPr/>
          </p:nvSpPr>
          <p:spPr>
            <a:xfrm flipH="1">
              <a:off x="5176080" y="652680"/>
              <a:ext cx="3370680" cy="3669120"/>
            </a:xfrm>
            <a:custGeom>
              <a:rect b="b" l="l" r="r" t="t"/>
              <a:pathLst>
                <a:path extrusionOk="0" h="1011" w="1091">
                  <a:moveTo>
                    <a:pt x="1011" y="1011"/>
                  </a:moveTo>
                  <a:cubicBezTo>
                    <a:pt x="80" y="1011"/>
                    <a:pt x="80" y="1011"/>
                    <a:pt x="80" y="1011"/>
                  </a:cubicBezTo>
                  <a:cubicBezTo>
                    <a:pt x="36" y="1011"/>
                    <a:pt x="0" y="975"/>
                    <a:pt x="0" y="930"/>
                  </a:cubicBezTo>
                  <a:cubicBezTo>
                    <a:pt x="0" y="80"/>
                    <a:pt x="0" y="80"/>
                    <a:pt x="0" y="80"/>
                  </a:cubicBezTo>
                  <a:cubicBezTo>
                    <a:pt x="0" y="36"/>
                    <a:pt x="36" y="0"/>
                    <a:pt x="80" y="0"/>
                  </a:cubicBezTo>
                  <a:cubicBezTo>
                    <a:pt x="571" y="0"/>
                    <a:pt x="571" y="0"/>
                    <a:pt x="571" y="0"/>
                  </a:cubicBezTo>
                  <a:cubicBezTo>
                    <a:pt x="858" y="0"/>
                    <a:pt x="1091" y="232"/>
                    <a:pt x="1091" y="520"/>
                  </a:cubicBezTo>
                  <a:cubicBezTo>
                    <a:pt x="1091" y="930"/>
                    <a:pt x="1091" y="930"/>
                    <a:pt x="1091" y="930"/>
                  </a:cubicBezTo>
                  <a:cubicBezTo>
                    <a:pt x="1091" y="975"/>
                    <a:pt x="1055" y="1011"/>
                    <a:pt x="1011" y="101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39" name="Google Shape;539;p5"/>
            <p:cNvSpPr/>
            <p:nvPr/>
          </p:nvSpPr>
          <p:spPr>
            <a:xfrm>
              <a:off x="6558840" y="812520"/>
              <a:ext cx="549360" cy="249480"/>
            </a:xfrm>
            <a:custGeom>
              <a:rect b="b" l="l" r="r" t="t"/>
              <a:pathLst>
                <a:path extrusionOk="0" h="340" w="749">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540" name="Google Shape;540;p5"/>
            <p:cNvGrpSpPr/>
            <p:nvPr/>
          </p:nvGrpSpPr>
          <p:grpSpPr>
            <a:xfrm>
              <a:off x="4889520" y="1248120"/>
              <a:ext cx="3175560" cy="2414520"/>
              <a:chOff x="4889520" y="1248120"/>
              <a:chExt cx="3175560" cy="2414520"/>
            </a:xfrm>
          </p:grpSpPr>
          <p:sp>
            <p:nvSpPr>
              <p:cNvPr id="541" name="Google Shape;541;p5"/>
              <p:cNvSpPr/>
              <p:nvPr/>
            </p:nvSpPr>
            <p:spPr>
              <a:xfrm>
                <a:off x="4889520" y="1248120"/>
                <a:ext cx="3175200" cy="241452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2" name="Google Shape;542;p5"/>
              <p:cNvSpPr/>
              <p:nvPr/>
            </p:nvSpPr>
            <p:spPr>
              <a:xfrm>
                <a:off x="7571520" y="1248120"/>
                <a:ext cx="493560" cy="241452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3" name="Google Shape;543;p5"/>
              <p:cNvSpPr/>
              <p:nvPr/>
            </p:nvSpPr>
            <p:spPr>
              <a:xfrm>
                <a:off x="4889520" y="1248120"/>
                <a:ext cx="3175200" cy="21024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4" name="Google Shape;544;p5"/>
              <p:cNvSpPr/>
              <p:nvPr/>
            </p:nvSpPr>
            <p:spPr>
              <a:xfrm>
                <a:off x="5022000" y="1320840"/>
                <a:ext cx="65160" cy="65160"/>
              </a:xfrm>
              <a:custGeom>
                <a:rect b="b" l="l" r="r" t="t"/>
                <a:pathLst>
                  <a:path extrusionOk="0" h="19" w="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5" y="0"/>
                      <a:pt x="9" y="0"/>
                    </a:cubicBezTo>
                    <a:cubicBezTo>
                      <a:pt x="4" y="0"/>
                      <a:pt x="0" y="4"/>
                      <a:pt x="0" y="10"/>
                    </a:cubicBezTo>
                    <a:cubicBezTo>
                      <a:pt x="0" y="15"/>
                      <a:pt x="4" y="19"/>
                      <a:pt x="9" y="19"/>
                    </a:cubicBezTo>
                    <a:cubicBezTo>
                      <a:pt x="15" y="19"/>
                      <a:pt x="19" y="15"/>
                      <a:pt x="19" y="10"/>
                    </a:cubicBezTo>
                    <a:lnTo>
                      <a:pt x="17" y="10"/>
                    </a:lnTo>
                    <a:close/>
                  </a:path>
                </a:pathLst>
              </a:custGeom>
              <a:solidFill>
                <a:schemeClr val="dk1"/>
              </a:solidFill>
              <a:ln>
                <a:noFill/>
              </a:ln>
            </p:spPr>
            <p:txBody>
              <a:bodyPr anchorCtr="0" anchor="t" bIns="32750" lIns="91425" spcFirstLastPara="1" rIns="91425" wrap="square" tIns="32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5" name="Google Shape;545;p5"/>
              <p:cNvSpPr/>
              <p:nvPr/>
            </p:nvSpPr>
            <p:spPr>
              <a:xfrm>
                <a:off x="5153400" y="1320840"/>
                <a:ext cx="65160" cy="65160"/>
              </a:xfrm>
              <a:custGeom>
                <a:rect b="b" l="l" r="r" t="t"/>
                <a:pathLst>
                  <a:path extrusionOk="0" h="19" w="19">
                    <a:moveTo>
                      <a:pt x="17" y="10"/>
                    </a:moveTo>
                    <a:cubicBezTo>
                      <a:pt x="15" y="10"/>
                      <a:pt x="15" y="10"/>
                      <a:pt x="15" y="10"/>
                    </a:cubicBezTo>
                    <a:cubicBezTo>
                      <a:pt x="15" y="13"/>
                      <a:pt x="13" y="15"/>
                      <a:pt x="10" y="15"/>
                    </a:cubicBezTo>
                    <a:cubicBezTo>
                      <a:pt x="7" y="15"/>
                      <a:pt x="4" y="13"/>
                      <a:pt x="4" y="10"/>
                    </a:cubicBezTo>
                    <a:cubicBezTo>
                      <a:pt x="4" y="7"/>
                      <a:pt x="7" y="4"/>
                      <a:pt x="10" y="4"/>
                    </a:cubicBezTo>
                    <a:cubicBezTo>
                      <a:pt x="13" y="4"/>
                      <a:pt x="15" y="7"/>
                      <a:pt x="15" y="10"/>
                    </a:cubicBezTo>
                    <a:cubicBezTo>
                      <a:pt x="17" y="10"/>
                      <a:pt x="17" y="10"/>
                      <a:pt x="17" y="10"/>
                    </a:cubicBezTo>
                    <a:cubicBezTo>
                      <a:pt x="19" y="10"/>
                      <a:pt x="19" y="10"/>
                      <a:pt x="19" y="10"/>
                    </a:cubicBezTo>
                    <a:cubicBezTo>
                      <a:pt x="19" y="4"/>
                      <a:pt x="15" y="0"/>
                      <a:pt x="10" y="0"/>
                    </a:cubicBezTo>
                    <a:cubicBezTo>
                      <a:pt x="5" y="0"/>
                      <a:pt x="0" y="4"/>
                      <a:pt x="0" y="10"/>
                    </a:cubicBezTo>
                    <a:cubicBezTo>
                      <a:pt x="0" y="15"/>
                      <a:pt x="5" y="19"/>
                      <a:pt x="10" y="19"/>
                    </a:cubicBezTo>
                    <a:cubicBezTo>
                      <a:pt x="15" y="19"/>
                      <a:pt x="19" y="15"/>
                      <a:pt x="19" y="10"/>
                    </a:cubicBezTo>
                    <a:lnTo>
                      <a:pt x="17" y="10"/>
                    </a:lnTo>
                    <a:close/>
                  </a:path>
                </a:pathLst>
              </a:custGeom>
              <a:solidFill>
                <a:schemeClr val="dk1"/>
              </a:solidFill>
              <a:ln>
                <a:noFill/>
              </a:ln>
            </p:spPr>
            <p:txBody>
              <a:bodyPr anchorCtr="0" anchor="t" bIns="32750" lIns="91425" spcFirstLastPara="1" rIns="91425" wrap="square" tIns="32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6" name="Google Shape;546;p5"/>
              <p:cNvSpPr/>
              <p:nvPr/>
            </p:nvSpPr>
            <p:spPr>
              <a:xfrm>
                <a:off x="5296680" y="1320840"/>
                <a:ext cx="65160" cy="65160"/>
              </a:xfrm>
              <a:custGeom>
                <a:rect b="b" l="l" r="r" t="t"/>
                <a:pathLst>
                  <a:path extrusionOk="0" h="19" w="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4" y="0"/>
                      <a:pt x="9" y="0"/>
                    </a:cubicBezTo>
                    <a:cubicBezTo>
                      <a:pt x="4" y="0"/>
                      <a:pt x="0" y="4"/>
                      <a:pt x="0" y="10"/>
                    </a:cubicBezTo>
                    <a:cubicBezTo>
                      <a:pt x="0" y="15"/>
                      <a:pt x="4" y="19"/>
                      <a:pt x="9" y="19"/>
                    </a:cubicBezTo>
                    <a:cubicBezTo>
                      <a:pt x="14" y="19"/>
                      <a:pt x="19" y="15"/>
                      <a:pt x="19" y="10"/>
                    </a:cubicBezTo>
                    <a:lnTo>
                      <a:pt x="17" y="10"/>
                    </a:lnTo>
                    <a:close/>
                  </a:path>
                </a:pathLst>
              </a:custGeom>
              <a:solidFill>
                <a:schemeClr val="dk1"/>
              </a:solidFill>
              <a:ln>
                <a:noFill/>
              </a:ln>
            </p:spPr>
            <p:txBody>
              <a:bodyPr anchorCtr="0" anchor="t" bIns="32750" lIns="91425" spcFirstLastPara="1" rIns="91425" wrap="square" tIns="32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7" name="Google Shape;547;p5"/>
              <p:cNvSpPr/>
              <p:nvPr/>
            </p:nvSpPr>
            <p:spPr>
              <a:xfrm>
                <a:off x="5558760" y="1331280"/>
                <a:ext cx="442080" cy="43920"/>
              </a:xfrm>
              <a:custGeom>
                <a:rect b="b" l="l" r="r" t="t"/>
                <a:pathLst>
                  <a:path extrusionOk="0" h="13" w="129">
                    <a:moveTo>
                      <a:pt x="123" y="13"/>
                    </a:moveTo>
                    <a:cubicBezTo>
                      <a:pt x="6" y="13"/>
                      <a:pt x="6" y="13"/>
                      <a:pt x="6" y="13"/>
                    </a:cubicBezTo>
                    <a:cubicBezTo>
                      <a:pt x="2" y="13"/>
                      <a:pt x="0" y="10"/>
                      <a:pt x="0" y="7"/>
                    </a:cubicBezTo>
                    <a:cubicBezTo>
                      <a:pt x="0" y="3"/>
                      <a:pt x="2" y="0"/>
                      <a:pt x="6" y="0"/>
                    </a:cubicBezTo>
                    <a:cubicBezTo>
                      <a:pt x="123" y="0"/>
                      <a:pt x="123" y="0"/>
                      <a:pt x="123" y="0"/>
                    </a:cubicBezTo>
                    <a:cubicBezTo>
                      <a:pt x="126" y="0"/>
                      <a:pt x="129" y="3"/>
                      <a:pt x="129" y="7"/>
                    </a:cubicBezTo>
                    <a:cubicBezTo>
                      <a:pt x="129" y="10"/>
                      <a:pt x="126" y="13"/>
                      <a:pt x="123"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8" name="Google Shape;548;p5"/>
              <p:cNvSpPr/>
              <p:nvPr/>
            </p:nvSpPr>
            <p:spPr>
              <a:xfrm>
                <a:off x="6123600" y="1331280"/>
                <a:ext cx="445680" cy="43920"/>
              </a:xfrm>
              <a:custGeom>
                <a:rect b="b" l="l" r="r" t="t"/>
                <a:pathLst>
                  <a:path extrusionOk="0" h="13" w="130">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9" name="Google Shape;549;p5"/>
              <p:cNvSpPr/>
              <p:nvPr/>
            </p:nvSpPr>
            <p:spPr>
              <a:xfrm>
                <a:off x="6693480" y="1331280"/>
                <a:ext cx="445680" cy="43920"/>
              </a:xfrm>
              <a:custGeom>
                <a:rect b="b" l="l" r="r" t="t"/>
                <a:pathLst>
                  <a:path extrusionOk="0" h="13" w="130">
                    <a:moveTo>
                      <a:pt x="123" y="13"/>
                    </a:moveTo>
                    <a:cubicBezTo>
                      <a:pt x="6" y="13"/>
                      <a:pt x="6" y="13"/>
                      <a:pt x="6" y="13"/>
                    </a:cubicBezTo>
                    <a:cubicBezTo>
                      <a:pt x="3" y="13"/>
                      <a:pt x="0" y="10"/>
                      <a:pt x="0" y="7"/>
                    </a:cubicBezTo>
                    <a:cubicBezTo>
                      <a:pt x="0" y="3"/>
                      <a:pt x="3" y="0"/>
                      <a:pt x="6" y="0"/>
                    </a:cubicBezTo>
                    <a:cubicBezTo>
                      <a:pt x="123" y="0"/>
                      <a:pt x="123" y="0"/>
                      <a:pt x="123" y="0"/>
                    </a:cubicBezTo>
                    <a:cubicBezTo>
                      <a:pt x="127" y="0"/>
                      <a:pt x="130" y="3"/>
                      <a:pt x="130" y="7"/>
                    </a:cubicBezTo>
                    <a:cubicBezTo>
                      <a:pt x="130" y="10"/>
                      <a:pt x="127" y="13"/>
                      <a:pt x="123"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0" name="Google Shape;550;p5"/>
              <p:cNvSpPr/>
              <p:nvPr/>
            </p:nvSpPr>
            <p:spPr>
              <a:xfrm>
                <a:off x="7260120" y="1331280"/>
                <a:ext cx="445680" cy="43920"/>
              </a:xfrm>
              <a:custGeom>
                <a:rect b="b" l="l" r="r" t="t"/>
                <a:pathLst>
                  <a:path extrusionOk="0" h="13" w="130">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551" name="Google Shape;551;p5"/>
            <p:cNvSpPr/>
            <p:nvPr/>
          </p:nvSpPr>
          <p:spPr>
            <a:xfrm>
              <a:off x="6242400" y="2282760"/>
              <a:ext cx="775800" cy="777600"/>
            </a:xfrm>
            <a:custGeom>
              <a:rect b="b" l="l" r="r" t="t"/>
              <a:pathLst>
                <a:path extrusionOk="0" h="572" w="571">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2" name="Google Shape;552;p5"/>
            <p:cNvSpPr/>
            <p:nvPr/>
          </p:nvSpPr>
          <p:spPr>
            <a:xfrm>
              <a:off x="5084640" y="2155320"/>
              <a:ext cx="1434600" cy="943560"/>
            </a:xfrm>
            <a:custGeom>
              <a:rect b="b" l="l" r="r" t="t"/>
              <a:pathLst>
                <a:path extrusionOk="0" h="284" w="433">
                  <a:moveTo>
                    <a:pt x="415" y="284"/>
                  </a:moveTo>
                  <a:cubicBezTo>
                    <a:pt x="17" y="284"/>
                    <a:pt x="17" y="284"/>
                    <a:pt x="17" y="284"/>
                  </a:cubicBezTo>
                  <a:cubicBezTo>
                    <a:pt x="8" y="284"/>
                    <a:pt x="0" y="277"/>
                    <a:pt x="0" y="267"/>
                  </a:cubicBezTo>
                  <a:cubicBezTo>
                    <a:pt x="0" y="17"/>
                    <a:pt x="0" y="17"/>
                    <a:pt x="0" y="17"/>
                  </a:cubicBezTo>
                  <a:cubicBezTo>
                    <a:pt x="0" y="7"/>
                    <a:pt x="8" y="0"/>
                    <a:pt x="17" y="0"/>
                  </a:cubicBezTo>
                  <a:cubicBezTo>
                    <a:pt x="415" y="0"/>
                    <a:pt x="415" y="0"/>
                    <a:pt x="415" y="0"/>
                  </a:cubicBezTo>
                  <a:cubicBezTo>
                    <a:pt x="425" y="0"/>
                    <a:pt x="433" y="7"/>
                    <a:pt x="433" y="17"/>
                  </a:cubicBezTo>
                  <a:cubicBezTo>
                    <a:pt x="433" y="267"/>
                    <a:pt x="433" y="267"/>
                    <a:pt x="433" y="267"/>
                  </a:cubicBezTo>
                  <a:cubicBezTo>
                    <a:pt x="433" y="277"/>
                    <a:pt x="425" y="284"/>
                    <a:pt x="415" y="284"/>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3" name="Google Shape;553;p5"/>
            <p:cNvSpPr/>
            <p:nvPr/>
          </p:nvSpPr>
          <p:spPr>
            <a:xfrm>
              <a:off x="5236920" y="2321280"/>
              <a:ext cx="1130040" cy="109080"/>
            </a:xfrm>
            <a:custGeom>
              <a:rect b="b" l="l" r="r" t="t"/>
              <a:pathLst>
                <a:path extrusionOk="0" h="33" w="341">
                  <a:moveTo>
                    <a:pt x="324" y="33"/>
                  </a:moveTo>
                  <a:cubicBezTo>
                    <a:pt x="16" y="33"/>
                    <a:pt x="16" y="33"/>
                    <a:pt x="16" y="33"/>
                  </a:cubicBezTo>
                  <a:cubicBezTo>
                    <a:pt x="7" y="33"/>
                    <a:pt x="0" y="26"/>
                    <a:pt x="0" y="17"/>
                  </a:cubicBezTo>
                  <a:cubicBezTo>
                    <a:pt x="0" y="8"/>
                    <a:pt x="7" y="0"/>
                    <a:pt x="16" y="0"/>
                  </a:cubicBezTo>
                  <a:cubicBezTo>
                    <a:pt x="324" y="0"/>
                    <a:pt x="324" y="0"/>
                    <a:pt x="324" y="0"/>
                  </a:cubicBezTo>
                  <a:cubicBezTo>
                    <a:pt x="334" y="0"/>
                    <a:pt x="341" y="8"/>
                    <a:pt x="341" y="17"/>
                  </a:cubicBezTo>
                  <a:cubicBezTo>
                    <a:pt x="341" y="26"/>
                    <a:pt x="334" y="33"/>
                    <a:pt x="324" y="33"/>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4" name="Google Shape;554;p5"/>
            <p:cNvSpPr/>
            <p:nvPr/>
          </p:nvSpPr>
          <p:spPr>
            <a:xfrm>
              <a:off x="5236920" y="2567520"/>
              <a:ext cx="298800" cy="298800"/>
            </a:xfrm>
            <a:custGeom>
              <a:rect b="b" l="l" r="r" t="t"/>
              <a:pathLst>
                <a:path extrusionOk="0" h="90" w="90">
                  <a:moveTo>
                    <a:pt x="79" y="90"/>
                  </a:moveTo>
                  <a:cubicBezTo>
                    <a:pt x="10" y="90"/>
                    <a:pt x="10" y="90"/>
                    <a:pt x="10" y="90"/>
                  </a:cubicBezTo>
                  <a:cubicBezTo>
                    <a:pt x="5" y="90"/>
                    <a:pt x="0" y="85"/>
                    <a:pt x="0" y="79"/>
                  </a:cubicBezTo>
                  <a:cubicBezTo>
                    <a:pt x="0" y="10"/>
                    <a:pt x="0" y="10"/>
                    <a:pt x="0" y="10"/>
                  </a:cubicBezTo>
                  <a:cubicBezTo>
                    <a:pt x="0" y="4"/>
                    <a:pt x="5" y="0"/>
                    <a:pt x="10" y="0"/>
                  </a:cubicBezTo>
                  <a:cubicBezTo>
                    <a:pt x="79" y="0"/>
                    <a:pt x="79" y="0"/>
                    <a:pt x="79" y="0"/>
                  </a:cubicBezTo>
                  <a:cubicBezTo>
                    <a:pt x="85" y="0"/>
                    <a:pt x="90" y="4"/>
                    <a:pt x="90" y="10"/>
                  </a:cubicBezTo>
                  <a:cubicBezTo>
                    <a:pt x="90" y="79"/>
                    <a:pt x="90" y="79"/>
                    <a:pt x="90" y="79"/>
                  </a:cubicBezTo>
                  <a:cubicBezTo>
                    <a:pt x="90" y="85"/>
                    <a:pt x="85" y="90"/>
                    <a:pt x="79" y="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5" name="Google Shape;555;p5"/>
            <p:cNvSpPr/>
            <p:nvPr/>
          </p:nvSpPr>
          <p:spPr>
            <a:xfrm>
              <a:off x="5296680" y="2627280"/>
              <a:ext cx="239040" cy="239040"/>
            </a:xfrm>
            <a:custGeom>
              <a:rect b="b" l="l" r="r" t="t"/>
              <a:pathLst>
                <a:path extrusionOk="0" h="140" w="140">
                  <a:moveTo>
                    <a:pt x="43" y="140"/>
                  </a:moveTo>
                  <a:lnTo>
                    <a:pt x="0" y="140"/>
                  </a:lnTo>
                  <a:lnTo>
                    <a:pt x="0" y="0"/>
                  </a:lnTo>
                  <a:lnTo>
                    <a:pt x="140" y="0"/>
                  </a:lnTo>
                  <a:lnTo>
                    <a:pt x="140" y="43"/>
                  </a:lnTo>
                  <a:lnTo>
                    <a:pt x="43" y="43"/>
                  </a:lnTo>
                  <a:lnTo>
                    <a:pt x="43" y="14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6" name="Google Shape;556;p5"/>
            <p:cNvSpPr/>
            <p:nvPr/>
          </p:nvSpPr>
          <p:spPr>
            <a:xfrm>
              <a:off x="5236920" y="2905920"/>
              <a:ext cx="298800" cy="27000"/>
            </a:xfrm>
            <a:custGeom>
              <a:rect b="b" l="l" r="r" t="t"/>
              <a:pathLst>
                <a:path extrusionOk="0" h="8" w="90">
                  <a:moveTo>
                    <a:pt x="85" y="8"/>
                  </a:moveTo>
                  <a:cubicBezTo>
                    <a:pt x="4" y="8"/>
                    <a:pt x="4" y="8"/>
                    <a:pt x="4" y="8"/>
                  </a:cubicBezTo>
                  <a:cubicBezTo>
                    <a:pt x="2" y="8"/>
                    <a:pt x="0" y="6"/>
                    <a:pt x="0" y="4"/>
                  </a:cubicBezTo>
                  <a:cubicBezTo>
                    <a:pt x="0" y="1"/>
                    <a:pt x="2" y="0"/>
                    <a:pt x="4" y="0"/>
                  </a:cubicBezTo>
                  <a:cubicBezTo>
                    <a:pt x="85" y="0"/>
                    <a:pt x="85" y="0"/>
                    <a:pt x="85" y="0"/>
                  </a:cubicBezTo>
                  <a:cubicBezTo>
                    <a:pt x="88" y="0"/>
                    <a:pt x="90" y="1"/>
                    <a:pt x="90" y="4"/>
                  </a:cubicBezTo>
                  <a:cubicBezTo>
                    <a:pt x="90" y="6"/>
                    <a:pt x="88" y="8"/>
                    <a:pt x="85" y="8"/>
                  </a:cubicBezTo>
                  <a:close/>
                </a:path>
              </a:pathLst>
            </a:custGeom>
            <a:solidFill>
              <a:schemeClr val="accent3"/>
            </a:solidFill>
            <a:ln>
              <a:noFill/>
            </a:ln>
          </p:spPr>
          <p:txBody>
            <a:bodyPr anchorCtr="0" anchor="t"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7" name="Google Shape;557;p5"/>
            <p:cNvSpPr/>
            <p:nvPr/>
          </p:nvSpPr>
          <p:spPr>
            <a:xfrm>
              <a:off x="5654160" y="2567520"/>
              <a:ext cx="295560" cy="298800"/>
            </a:xfrm>
            <a:custGeom>
              <a:rect b="b" l="l" r="r" t="t"/>
              <a:pathLst>
                <a:path extrusionOk="0" h="90" w="89">
                  <a:moveTo>
                    <a:pt x="79" y="90"/>
                  </a:moveTo>
                  <a:cubicBezTo>
                    <a:pt x="10" y="90"/>
                    <a:pt x="10" y="90"/>
                    <a:pt x="10" y="90"/>
                  </a:cubicBezTo>
                  <a:cubicBezTo>
                    <a:pt x="4" y="90"/>
                    <a:pt x="0" y="85"/>
                    <a:pt x="0" y="79"/>
                  </a:cubicBezTo>
                  <a:cubicBezTo>
                    <a:pt x="0" y="10"/>
                    <a:pt x="0" y="10"/>
                    <a:pt x="0" y="10"/>
                  </a:cubicBezTo>
                  <a:cubicBezTo>
                    <a:pt x="0" y="4"/>
                    <a:pt x="4" y="0"/>
                    <a:pt x="10" y="0"/>
                  </a:cubicBezTo>
                  <a:cubicBezTo>
                    <a:pt x="79" y="0"/>
                    <a:pt x="79" y="0"/>
                    <a:pt x="79" y="0"/>
                  </a:cubicBezTo>
                  <a:cubicBezTo>
                    <a:pt x="85" y="0"/>
                    <a:pt x="89" y="4"/>
                    <a:pt x="89" y="10"/>
                  </a:cubicBezTo>
                  <a:cubicBezTo>
                    <a:pt x="89" y="79"/>
                    <a:pt x="89" y="79"/>
                    <a:pt x="89" y="79"/>
                  </a:cubicBezTo>
                  <a:cubicBezTo>
                    <a:pt x="89" y="85"/>
                    <a:pt x="85" y="90"/>
                    <a:pt x="79" y="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8" name="Google Shape;558;p5"/>
            <p:cNvSpPr/>
            <p:nvPr/>
          </p:nvSpPr>
          <p:spPr>
            <a:xfrm>
              <a:off x="5710680" y="2627280"/>
              <a:ext cx="239040" cy="239040"/>
            </a:xfrm>
            <a:custGeom>
              <a:rect b="b" l="l" r="r" t="t"/>
              <a:pathLst>
                <a:path extrusionOk="0" h="72" w="72">
                  <a:moveTo>
                    <a:pt x="23" y="72"/>
                  </a:moveTo>
                  <a:cubicBezTo>
                    <a:pt x="0" y="72"/>
                    <a:pt x="0" y="72"/>
                    <a:pt x="0" y="72"/>
                  </a:cubicBezTo>
                  <a:cubicBezTo>
                    <a:pt x="0" y="32"/>
                    <a:pt x="0" y="32"/>
                    <a:pt x="0" y="32"/>
                  </a:cubicBezTo>
                  <a:cubicBezTo>
                    <a:pt x="0" y="14"/>
                    <a:pt x="15" y="0"/>
                    <a:pt x="33" y="0"/>
                  </a:cubicBezTo>
                  <a:cubicBezTo>
                    <a:pt x="72" y="0"/>
                    <a:pt x="72" y="0"/>
                    <a:pt x="72" y="0"/>
                  </a:cubicBezTo>
                  <a:cubicBezTo>
                    <a:pt x="72" y="22"/>
                    <a:pt x="72" y="22"/>
                    <a:pt x="72" y="22"/>
                  </a:cubicBezTo>
                  <a:cubicBezTo>
                    <a:pt x="33" y="22"/>
                    <a:pt x="33" y="22"/>
                    <a:pt x="33" y="22"/>
                  </a:cubicBezTo>
                  <a:cubicBezTo>
                    <a:pt x="28" y="22"/>
                    <a:pt x="23" y="27"/>
                    <a:pt x="23" y="32"/>
                  </a:cubicBezTo>
                  <a:lnTo>
                    <a:pt x="23" y="7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59" name="Google Shape;559;p5"/>
            <p:cNvSpPr/>
            <p:nvPr/>
          </p:nvSpPr>
          <p:spPr>
            <a:xfrm>
              <a:off x="5654160" y="2905920"/>
              <a:ext cx="295560" cy="27000"/>
            </a:xfrm>
            <a:custGeom>
              <a:rect b="b" l="l" r="r" t="t"/>
              <a:pathLst>
                <a:path extrusionOk="0" h="8" w="89">
                  <a:moveTo>
                    <a:pt x="85" y="8"/>
                  </a:moveTo>
                  <a:cubicBezTo>
                    <a:pt x="4" y="8"/>
                    <a:pt x="4" y="8"/>
                    <a:pt x="4" y="8"/>
                  </a:cubicBezTo>
                  <a:cubicBezTo>
                    <a:pt x="1" y="8"/>
                    <a:pt x="0" y="6"/>
                    <a:pt x="0" y="4"/>
                  </a:cubicBezTo>
                  <a:cubicBezTo>
                    <a:pt x="0" y="1"/>
                    <a:pt x="1" y="0"/>
                    <a:pt x="4" y="0"/>
                  </a:cubicBezTo>
                  <a:cubicBezTo>
                    <a:pt x="85" y="0"/>
                    <a:pt x="85" y="0"/>
                    <a:pt x="85" y="0"/>
                  </a:cubicBezTo>
                  <a:cubicBezTo>
                    <a:pt x="87" y="0"/>
                    <a:pt x="89" y="1"/>
                    <a:pt x="89" y="4"/>
                  </a:cubicBezTo>
                  <a:cubicBezTo>
                    <a:pt x="89" y="6"/>
                    <a:pt x="87" y="8"/>
                    <a:pt x="85" y="8"/>
                  </a:cubicBezTo>
                  <a:close/>
                </a:path>
              </a:pathLst>
            </a:custGeom>
            <a:solidFill>
              <a:schemeClr val="accent3"/>
            </a:solidFill>
            <a:ln>
              <a:noFill/>
            </a:ln>
          </p:spPr>
          <p:txBody>
            <a:bodyPr anchorCtr="0" anchor="t"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0" name="Google Shape;560;p5"/>
            <p:cNvSpPr/>
            <p:nvPr/>
          </p:nvSpPr>
          <p:spPr>
            <a:xfrm>
              <a:off x="6069600" y="2567520"/>
              <a:ext cx="297360" cy="298800"/>
            </a:xfrm>
            <a:custGeom>
              <a:rect b="b" l="l" r="r" t="t"/>
              <a:pathLst>
                <a:path extrusionOk="0" h="90" w="90">
                  <a:moveTo>
                    <a:pt x="80" y="90"/>
                  </a:moveTo>
                  <a:cubicBezTo>
                    <a:pt x="11" y="90"/>
                    <a:pt x="11" y="90"/>
                    <a:pt x="11" y="90"/>
                  </a:cubicBezTo>
                  <a:cubicBezTo>
                    <a:pt x="5" y="90"/>
                    <a:pt x="0" y="85"/>
                    <a:pt x="0" y="79"/>
                  </a:cubicBezTo>
                  <a:cubicBezTo>
                    <a:pt x="0" y="10"/>
                    <a:pt x="0" y="10"/>
                    <a:pt x="0" y="10"/>
                  </a:cubicBezTo>
                  <a:cubicBezTo>
                    <a:pt x="0" y="4"/>
                    <a:pt x="5" y="0"/>
                    <a:pt x="11" y="0"/>
                  </a:cubicBezTo>
                  <a:cubicBezTo>
                    <a:pt x="80" y="0"/>
                    <a:pt x="80" y="0"/>
                    <a:pt x="80" y="0"/>
                  </a:cubicBezTo>
                  <a:cubicBezTo>
                    <a:pt x="85" y="0"/>
                    <a:pt x="90" y="4"/>
                    <a:pt x="90" y="10"/>
                  </a:cubicBezTo>
                  <a:cubicBezTo>
                    <a:pt x="90" y="79"/>
                    <a:pt x="90" y="79"/>
                    <a:pt x="90" y="79"/>
                  </a:cubicBezTo>
                  <a:cubicBezTo>
                    <a:pt x="90" y="85"/>
                    <a:pt x="85" y="90"/>
                    <a:pt x="80" y="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1" name="Google Shape;561;p5"/>
            <p:cNvSpPr/>
            <p:nvPr/>
          </p:nvSpPr>
          <p:spPr>
            <a:xfrm>
              <a:off x="6069600" y="2905920"/>
              <a:ext cx="297360" cy="27000"/>
            </a:xfrm>
            <a:custGeom>
              <a:rect b="b" l="l" r="r" t="t"/>
              <a:pathLst>
                <a:path extrusionOk="0" h="8" w="90">
                  <a:moveTo>
                    <a:pt x="86" y="8"/>
                  </a:moveTo>
                  <a:cubicBezTo>
                    <a:pt x="4" y="8"/>
                    <a:pt x="4" y="8"/>
                    <a:pt x="4" y="8"/>
                  </a:cubicBezTo>
                  <a:cubicBezTo>
                    <a:pt x="2" y="8"/>
                    <a:pt x="0" y="6"/>
                    <a:pt x="0" y="4"/>
                  </a:cubicBezTo>
                  <a:cubicBezTo>
                    <a:pt x="0" y="1"/>
                    <a:pt x="2" y="0"/>
                    <a:pt x="4" y="0"/>
                  </a:cubicBezTo>
                  <a:cubicBezTo>
                    <a:pt x="86" y="0"/>
                    <a:pt x="86" y="0"/>
                    <a:pt x="86" y="0"/>
                  </a:cubicBezTo>
                  <a:cubicBezTo>
                    <a:pt x="88" y="0"/>
                    <a:pt x="90" y="1"/>
                    <a:pt x="90" y="4"/>
                  </a:cubicBezTo>
                  <a:cubicBezTo>
                    <a:pt x="90" y="6"/>
                    <a:pt x="88" y="8"/>
                    <a:pt x="86" y="8"/>
                  </a:cubicBezTo>
                  <a:close/>
                </a:path>
              </a:pathLst>
            </a:custGeom>
            <a:solidFill>
              <a:schemeClr val="accent3"/>
            </a:solidFill>
            <a:ln>
              <a:noFill/>
            </a:ln>
          </p:spPr>
          <p:txBody>
            <a:bodyPr anchorCtr="0" anchor="t"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2" name="Google Shape;562;p5"/>
            <p:cNvSpPr/>
            <p:nvPr/>
          </p:nvSpPr>
          <p:spPr>
            <a:xfrm>
              <a:off x="6127920" y="2627280"/>
              <a:ext cx="239040" cy="239040"/>
            </a:xfrm>
            <a:custGeom>
              <a:rect b="b" l="l" r="r" t="t"/>
              <a:pathLst>
                <a:path extrusionOk="0" h="140" w="140">
                  <a:moveTo>
                    <a:pt x="45" y="140"/>
                  </a:moveTo>
                  <a:lnTo>
                    <a:pt x="0" y="140"/>
                  </a:lnTo>
                  <a:lnTo>
                    <a:pt x="0" y="66"/>
                  </a:lnTo>
                  <a:lnTo>
                    <a:pt x="66" y="0"/>
                  </a:lnTo>
                  <a:lnTo>
                    <a:pt x="140" y="0"/>
                  </a:lnTo>
                  <a:lnTo>
                    <a:pt x="140" y="43"/>
                  </a:lnTo>
                  <a:lnTo>
                    <a:pt x="86" y="43"/>
                  </a:lnTo>
                  <a:lnTo>
                    <a:pt x="45" y="83"/>
                  </a:lnTo>
                  <a:lnTo>
                    <a:pt x="45" y="14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3" name="Google Shape;563;p5"/>
            <p:cNvSpPr/>
            <p:nvPr/>
          </p:nvSpPr>
          <p:spPr>
            <a:xfrm>
              <a:off x="5300280" y="2363760"/>
              <a:ext cx="606600" cy="30600"/>
            </a:xfrm>
            <a:custGeom>
              <a:rect b="b" l="l" r="r" t="t"/>
              <a:pathLst>
                <a:path extrusionOk="0" h="9" w="183">
                  <a:moveTo>
                    <a:pt x="179" y="0"/>
                  </a:moveTo>
                  <a:cubicBezTo>
                    <a:pt x="4" y="0"/>
                    <a:pt x="4" y="0"/>
                    <a:pt x="4" y="0"/>
                  </a:cubicBezTo>
                  <a:cubicBezTo>
                    <a:pt x="2" y="0"/>
                    <a:pt x="0" y="2"/>
                    <a:pt x="0" y="5"/>
                  </a:cubicBezTo>
                  <a:cubicBezTo>
                    <a:pt x="0" y="7"/>
                    <a:pt x="2" y="9"/>
                    <a:pt x="4" y="9"/>
                  </a:cubicBezTo>
                  <a:cubicBezTo>
                    <a:pt x="179" y="9"/>
                    <a:pt x="179" y="9"/>
                    <a:pt x="179" y="9"/>
                  </a:cubicBezTo>
                  <a:cubicBezTo>
                    <a:pt x="181" y="9"/>
                    <a:pt x="183" y="7"/>
                    <a:pt x="183" y="5"/>
                  </a:cubicBezTo>
                  <a:cubicBezTo>
                    <a:pt x="183" y="2"/>
                    <a:pt x="181" y="0"/>
                    <a:pt x="179" y="0"/>
                  </a:cubicBezTo>
                </a:path>
              </a:pathLst>
            </a:custGeom>
            <a:solidFill>
              <a:schemeClr val="accent3"/>
            </a:solidFill>
            <a:ln>
              <a:noFill/>
            </a:ln>
          </p:spPr>
          <p:txBody>
            <a:bodyPr anchorCtr="0" anchor="t" bIns="15475" lIns="91425" spcFirstLastPara="1" rIns="91425" wrap="square" tIns="15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4" name="Google Shape;564;p5"/>
            <p:cNvSpPr/>
            <p:nvPr/>
          </p:nvSpPr>
          <p:spPr>
            <a:xfrm>
              <a:off x="6247800" y="2360520"/>
              <a:ext cx="42480" cy="37440"/>
            </a:xfrm>
            <a:custGeom>
              <a:rect b="b" l="l" r="r" t="t"/>
              <a:pathLst>
                <a:path extrusionOk="0" h="22" w="25">
                  <a:moveTo>
                    <a:pt x="0" y="0"/>
                  </a:moveTo>
                  <a:lnTo>
                    <a:pt x="25" y="0"/>
                  </a:lnTo>
                  <a:lnTo>
                    <a:pt x="12" y="22"/>
                  </a:lnTo>
                  <a:lnTo>
                    <a:pt x="0" y="0"/>
                  </a:lnTo>
                  <a:close/>
                </a:path>
              </a:pathLst>
            </a:custGeom>
            <a:solidFill>
              <a:schemeClr val="lt1"/>
            </a:solidFill>
            <a:ln>
              <a:noFill/>
            </a:ln>
          </p:spPr>
          <p:txBody>
            <a:bodyPr anchorCtr="0" anchor="t" bIns="18700" lIns="91425" spcFirstLastPara="1" rIns="91425" wrap="square" tIns="18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5" name="Google Shape;565;p5"/>
            <p:cNvSpPr/>
            <p:nvPr/>
          </p:nvSpPr>
          <p:spPr>
            <a:xfrm>
              <a:off x="5977080" y="1517760"/>
              <a:ext cx="928440" cy="802800"/>
            </a:xfrm>
            <a:custGeom>
              <a:rect b="b" l="l" r="r" t="t"/>
              <a:pathLst>
                <a:path extrusionOk="0" h="260" w="302">
                  <a:moveTo>
                    <a:pt x="284" y="0"/>
                  </a:moveTo>
                  <a:cubicBezTo>
                    <a:pt x="18" y="0"/>
                    <a:pt x="18" y="0"/>
                    <a:pt x="18" y="0"/>
                  </a:cubicBezTo>
                  <a:cubicBezTo>
                    <a:pt x="8" y="0"/>
                    <a:pt x="0" y="7"/>
                    <a:pt x="0" y="17"/>
                  </a:cubicBezTo>
                  <a:cubicBezTo>
                    <a:pt x="0" y="184"/>
                    <a:pt x="0" y="184"/>
                    <a:pt x="0" y="184"/>
                  </a:cubicBezTo>
                  <a:cubicBezTo>
                    <a:pt x="0" y="194"/>
                    <a:pt x="8" y="202"/>
                    <a:pt x="18" y="202"/>
                  </a:cubicBezTo>
                  <a:cubicBezTo>
                    <a:pt x="23" y="202"/>
                    <a:pt x="23" y="202"/>
                    <a:pt x="23" y="202"/>
                  </a:cubicBezTo>
                  <a:cubicBezTo>
                    <a:pt x="23" y="255"/>
                    <a:pt x="23" y="255"/>
                    <a:pt x="23" y="255"/>
                  </a:cubicBezTo>
                  <a:cubicBezTo>
                    <a:pt x="23" y="258"/>
                    <a:pt x="27" y="260"/>
                    <a:pt x="29" y="257"/>
                  </a:cubicBezTo>
                  <a:cubicBezTo>
                    <a:pt x="64" y="202"/>
                    <a:pt x="64" y="202"/>
                    <a:pt x="64" y="202"/>
                  </a:cubicBezTo>
                  <a:cubicBezTo>
                    <a:pt x="284" y="202"/>
                    <a:pt x="284" y="202"/>
                    <a:pt x="284" y="202"/>
                  </a:cubicBezTo>
                  <a:cubicBezTo>
                    <a:pt x="294" y="202"/>
                    <a:pt x="302" y="194"/>
                    <a:pt x="302" y="184"/>
                  </a:cubicBezTo>
                  <a:cubicBezTo>
                    <a:pt x="302" y="17"/>
                    <a:pt x="302" y="17"/>
                    <a:pt x="302" y="17"/>
                  </a:cubicBezTo>
                  <a:cubicBezTo>
                    <a:pt x="302" y="7"/>
                    <a:pt x="294" y="0"/>
                    <a:pt x="284"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6" name="Google Shape;566;p5"/>
            <p:cNvSpPr/>
            <p:nvPr/>
          </p:nvSpPr>
          <p:spPr>
            <a:xfrm>
              <a:off x="6242400" y="1808280"/>
              <a:ext cx="226800" cy="228240"/>
            </a:xfrm>
            <a:custGeom>
              <a:rect b="b" l="l" r="r" t="t"/>
              <a:pathLst>
                <a:path extrusionOk="0" h="74" w="74">
                  <a:moveTo>
                    <a:pt x="65" y="39"/>
                  </a:moveTo>
                  <a:cubicBezTo>
                    <a:pt x="74" y="0"/>
                    <a:pt x="74" y="0"/>
                    <a:pt x="74" y="0"/>
                  </a:cubicBezTo>
                  <a:cubicBezTo>
                    <a:pt x="36" y="9"/>
                    <a:pt x="36" y="9"/>
                    <a:pt x="36" y="9"/>
                  </a:cubicBezTo>
                  <a:cubicBezTo>
                    <a:pt x="43" y="17"/>
                    <a:pt x="43" y="17"/>
                    <a:pt x="43" y="17"/>
                  </a:cubicBezTo>
                  <a:cubicBezTo>
                    <a:pt x="2" y="50"/>
                    <a:pt x="2" y="50"/>
                    <a:pt x="2" y="50"/>
                  </a:cubicBezTo>
                  <a:cubicBezTo>
                    <a:pt x="0" y="51"/>
                    <a:pt x="0" y="54"/>
                    <a:pt x="2" y="56"/>
                  </a:cubicBezTo>
                  <a:cubicBezTo>
                    <a:pt x="18" y="72"/>
                    <a:pt x="18" y="72"/>
                    <a:pt x="18" y="72"/>
                  </a:cubicBezTo>
                  <a:cubicBezTo>
                    <a:pt x="20" y="74"/>
                    <a:pt x="23" y="74"/>
                    <a:pt x="24" y="72"/>
                  </a:cubicBezTo>
                  <a:cubicBezTo>
                    <a:pt x="57" y="31"/>
                    <a:pt x="57" y="31"/>
                    <a:pt x="57" y="31"/>
                  </a:cubicBezTo>
                  <a:lnTo>
                    <a:pt x="65" y="39"/>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7" name="Google Shape;567;p5"/>
            <p:cNvSpPr/>
            <p:nvPr/>
          </p:nvSpPr>
          <p:spPr>
            <a:xfrm>
              <a:off x="6091560" y="1724400"/>
              <a:ext cx="707760" cy="126720"/>
            </a:xfrm>
            <a:custGeom>
              <a:rect b="b" l="l" r="r" t="t"/>
              <a:pathLst>
                <a:path extrusionOk="0" h="41" w="230">
                  <a:moveTo>
                    <a:pt x="3" y="24"/>
                  </a:moveTo>
                  <a:cubicBezTo>
                    <a:pt x="20" y="10"/>
                    <a:pt x="37" y="5"/>
                    <a:pt x="55" y="5"/>
                  </a:cubicBezTo>
                  <a:cubicBezTo>
                    <a:pt x="79" y="5"/>
                    <a:pt x="103" y="14"/>
                    <a:pt x="126" y="23"/>
                  </a:cubicBezTo>
                  <a:cubicBezTo>
                    <a:pt x="150" y="32"/>
                    <a:pt x="172" y="41"/>
                    <a:pt x="192" y="41"/>
                  </a:cubicBezTo>
                  <a:cubicBezTo>
                    <a:pt x="206" y="41"/>
                    <a:pt x="219" y="36"/>
                    <a:pt x="230" y="24"/>
                  </a:cubicBezTo>
                  <a:cubicBezTo>
                    <a:pt x="226" y="21"/>
                    <a:pt x="226" y="21"/>
                    <a:pt x="226" y="21"/>
                  </a:cubicBezTo>
                  <a:cubicBezTo>
                    <a:pt x="217" y="32"/>
                    <a:pt x="205" y="37"/>
                    <a:pt x="192" y="37"/>
                  </a:cubicBezTo>
                  <a:cubicBezTo>
                    <a:pt x="173" y="37"/>
                    <a:pt x="151" y="28"/>
                    <a:pt x="128" y="19"/>
                  </a:cubicBezTo>
                  <a:cubicBezTo>
                    <a:pt x="105" y="10"/>
                    <a:pt x="80" y="0"/>
                    <a:pt x="55" y="0"/>
                  </a:cubicBezTo>
                  <a:cubicBezTo>
                    <a:pt x="36" y="0"/>
                    <a:pt x="17" y="6"/>
                    <a:pt x="0" y="20"/>
                  </a:cubicBezTo>
                  <a:cubicBezTo>
                    <a:pt x="3" y="24"/>
                    <a:pt x="3" y="24"/>
                    <a:pt x="3" y="2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8" name="Google Shape;568;p5"/>
            <p:cNvSpPr/>
            <p:nvPr/>
          </p:nvSpPr>
          <p:spPr>
            <a:xfrm>
              <a:off x="6019920" y="1703520"/>
              <a:ext cx="147240" cy="183960"/>
            </a:xfrm>
            <a:custGeom>
              <a:rect b="b" l="l" r="r" t="t"/>
              <a:pathLst>
                <a:path extrusionOk="0" h="116" w="93">
                  <a:moveTo>
                    <a:pt x="6" y="116"/>
                  </a:moveTo>
                  <a:lnTo>
                    <a:pt x="93" y="4"/>
                  </a:lnTo>
                  <a:lnTo>
                    <a:pt x="87" y="0"/>
                  </a:lnTo>
                  <a:lnTo>
                    <a:pt x="0" y="113"/>
                  </a:lnTo>
                  <a:lnTo>
                    <a:pt x="6" y="116"/>
                  </a:lnTo>
                  <a:close/>
                </a:path>
              </a:pathLst>
            </a:custGeom>
            <a:solidFill>
              <a:srgbClr val="65A2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69" name="Google Shape;569;p5"/>
            <p:cNvSpPr/>
            <p:nvPr/>
          </p:nvSpPr>
          <p:spPr>
            <a:xfrm>
              <a:off x="6019920" y="1703520"/>
              <a:ext cx="147240" cy="183960"/>
            </a:xfrm>
            <a:custGeom>
              <a:rect b="b" l="l" r="r" t="t"/>
              <a:pathLst>
                <a:path extrusionOk="0" h="116" w="93">
                  <a:moveTo>
                    <a:pt x="6" y="116"/>
                  </a:moveTo>
                  <a:lnTo>
                    <a:pt x="93" y="4"/>
                  </a:lnTo>
                  <a:lnTo>
                    <a:pt x="87" y="0"/>
                  </a:lnTo>
                  <a:lnTo>
                    <a:pt x="0" y="113"/>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0" name="Google Shape;570;p5"/>
            <p:cNvSpPr/>
            <p:nvPr/>
          </p:nvSpPr>
          <p:spPr>
            <a:xfrm>
              <a:off x="6010560" y="1870200"/>
              <a:ext cx="31320" cy="29880"/>
            </a:xfrm>
            <a:custGeom>
              <a:rect b="b" l="l" r="r" t="t"/>
              <a:pathLst>
                <a:path extrusionOk="0" h="10" w="10">
                  <a:moveTo>
                    <a:pt x="8" y="1"/>
                  </a:moveTo>
                  <a:cubicBezTo>
                    <a:pt x="10" y="3"/>
                    <a:pt x="10" y="6"/>
                    <a:pt x="9" y="8"/>
                  </a:cubicBezTo>
                  <a:cubicBezTo>
                    <a:pt x="7" y="10"/>
                    <a:pt x="4" y="10"/>
                    <a:pt x="2" y="8"/>
                  </a:cubicBezTo>
                  <a:cubicBezTo>
                    <a:pt x="0" y="7"/>
                    <a:pt x="0" y="4"/>
                    <a:pt x="1" y="2"/>
                  </a:cubicBezTo>
                  <a:cubicBezTo>
                    <a:pt x="3" y="0"/>
                    <a:pt x="6" y="0"/>
                    <a:pt x="8" y="1"/>
                  </a:cubicBezTo>
                  <a:close/>
                </a:path>
              </a:pathLst>
            </a:custGeom>
            <a:solidFill>
              <a:schemeClr val="lt1"/>
            </a:solidFill>
            <a:ln>
              <a:noFill/>
            </a:ln>
          </p:spPr>
          <p:txBody>
            <a:bodyPr anchorCtr="0" anchor="t"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1" name="Google Shape;571;p5"/>
            <p:cNvSpPr/>
            <p:nvPr/>
          </p:nvSpPr>
          <p:spPr>
            <a:xfrm>
              <a:off x="6147000" y="1687680"/>
              <a:ext cx="33120" cy="33120"/>
            </a:xfrm>
            <a:custGeom>
              <a:rect b="b" l="l" r="r" t="t"/>
              <a:pathLst>
                <a:path extrusionOk="0" h="11" w="11">
                  <a:moveTo>
                    <a:pt x="8" y="2"/>
                  </a:moveTo>
                  <a:cubicBezTo>
                    <a:pt x="10" y="4"/>
                    <a:pt x="11" y="6"/>
                    <a:pt x="9" y="8"/>
                  </a:cubicBezTo>
                  <a:cubicBezTo>
                    <a:pt x="8" y="10"/>
                    <a:pt x="5" y="11"/>
                    <a:pt x="3" y="9"/>
                  </a:cubicBezTo>
                  <a:cubicBezTo>
                    <a:pt x="1" y="8"/>
                    <a:pt x="0" y="5"/>
                    <a:pt x="2" y="3"/>
                  </a:cubicBezTo>
                  <a:cubicBezTo>
                    <a:pt x="4" y="1"/>
                    <a:pt x="6" y="0"/>
                    <a:pt x="8" y="2"/>
                  </a:cubicBezTo>
                  <a:close/>
                </a:path>
              </a:pathLst>
            </a:custGeom>
            <a:solidFill>
              <a:schemeClr val="lt1"/>
            </a:solidFill>
            <a:ln>
              <a:noFill/>
            </a:ln>
          </p:spPr>
          <p:txBody>
            <a:bodyPr anchorCtr="0" anchor="t" bIns="16550" lIns="91425" spcFirstLastPara="1" rIns="91425" wrap="square" tIns="16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2" name="Google Shape;572;p5"/>
            <p:cNvSpPr/>
            <p:nvPr/>
          </p:nvSpPr>
          <p:spPr>
            <a:xfrm>
              <a:off x="6062760" y="1762200"/>
              <a:ext cx="64800" cy="64800"/>
            </a:xfrm>
            <a:custGeom>
              <a:rect b="b" l="l" r="r" t="t"/>
              <a:pathLst>
                <a:path extrusionOk="0" h="21" w="21">
                  <a:moveTo>
                    <a:pt x="16" y="3"/>
                  </a:moveTo>
                  <a:cubicBezTo>
                    <a:pt x="20" y="6"/>
                    <a:pt x="21" y="12"/>
                    <a:pt x="18" y="16"/>
                  </a:cubicBezTo>
                  <a:cubicBezTo>
                    <a:pt x="15" y="21"/>
                    <a:pt x="9" y="21"/>
                    <a:pt x="5" y="18"/>
                  </a:cubicBezTo>
                  <a:cubicBezTo>
                    <a:pt x="0" y="15"/>
                    <a:pt x="0" y="9"/>
                    <a:pt x="3" y="5"/>
                  </a:cubicBezTo>
                  <a:cubicBezTo>
                    <a:pt x="6" y="1"/>
                    <a:pt x="12" y="0"/>
                    <a:pt x="16" y="3"/>
                  </a:cubicBezTo>
                  <a:close/>
                </a:path>
              </a:pathLst>
            </a:custGeom>
            <a:solidFill>
              <a:schemeClr val="lt1"/>
            </a:solidFill>
            <a:ln>
              <a:noFill/>
            </a:ln>
          </p:spPr>
          <p:txBody>
            <a:bodyPr anchorCtr="0" anchor="t" bIns="32400" lIns="91425" spcFirstLastPara="1" rIns="91425" wrap="square" tIns="32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3" name="Google Shape;573;p5"/>
            <p:cNvSpPr/>
            <p:nvPr/>
          </p:nvSpPr>
          <p:spPr>
            <a:xfrm>
              <a:off x="6718320" y="1703520"/>
              <a:ext cx="147240" cy="183960"/>
            </a:xfrm>
            <a:custGeom>
              <a:rect b="b" l="l" r="r" t="t"/>
              <a:pathLst>
                <a:path extrusionOk="0" h="116" w="93">
                  <a:moveTo>
                    <a:pt x="6" y="116"/>
                  </a:moveTo>
                  <a:lnTo>
                    <a:pt x="93" y="4"/>
                  </a:lnTo>
                  <a:lnTo>
                    <a:pt x="87" y="0"/>
                  </a:lnTo>
                  <a:lnTo>
                    <a:pt x="0" y="113"/>
                  </a:lnTo>
                  <a:lnTo>
                    <a:pt x="6" y="116"/>
                  </a:lnTo>
                  <a:close/>
                </a:path>
              </a:pathLst>
            </a:custGeom>
            <a:solidFill>
              <a:srgbClr val="65A2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4" name="Google Shape;574;p5"/>
            <p:cNvSpPr/>
            <p:nvPr/>
          </p:nvSpPr>
          <p:spPr>
            <a:xfrm>
              <a:off x="6718320" y="1703520"/>
              <a:ext cx="147240" cy="183960"/>
            </a:xfrm>
            <a:custGeom>
              <a:rect b="b" l="l" r="r" t="t"/>
              <a:pathLst>
                <a:path extrusionOk="0" h="116" w="93">
                  <a:moveTo>
                    <a:pt x="6" y="116"/>
                  </a:moveTo>
                  <a:lnTo>
                    <a:pt x="93" y="4"/>
                  </a:lnTo>
                  <a:lnTo>
                    <a:pt x="87" y="0"/>
                  </a:lnTo>
                  <a:lnTo>
                    <a:pt x="0" y="113"/>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5" name="Google Shape;575;p5"/>
            <p:cNvSpPr/>
            <p:nvPr/>
          </p:nvSpPr>
          <p:spPr>
            <a:xfrm>
              <a:off x="6708960" y="1870200"/>
              <a:ext cx="31320" cy="29880"/>
            </a:xfrm>
            <a:custGeom>
              <a:rect b="b" l="l" r="r" t="t"/>
              <a:pathLst>
                <a:path extrusionOk="0" h="10" w="10">
                  <a:moveTo>
                    <a:pt x="8" y="1"/>
                  </a:moveTo>
                  <a:cubicBezTo>
                    <a:pt x="10" y="3"/>
                    <a:pt x="10" y="6"/>
                    <a:pt x="9" y="8"/>
                  </a:cubicBezTo>
                  <a:cubicBezTo>
                    <a:pt x="7" y="10"/>
                    <a:pt x="4" y="10"/>
                    <a:pt x="2" y="8"/>
                  </a:cubicBezTo>
                  <a:cubicBezTo>
                    <a:pt x="0" y="7"/>
                    <a:pt x="0" y="4"/>
                    <a:pt x="1" y="2"/>
                  </a:cubicBezTo>
                  <a:cubicBezTo>
                    <a:pt x="3" y="0"/>
                    <a:pt x="6" y="0"/>
                    <a:pt x="8" y="1"/>
                  </a:cubicBezTo>
                  <a:close/>
                </a:path>
              </a:pathLst>
            </a:custGeom>
            <a:solidFill>
              <a:schemeClr val="lt1"/>
            </a:solidFill>
            <a:ln>
              <a:noFill/>
            </a:ln>
          </p:spPr>
          <p:txBody>
            <a:bodyPr anchorCtr="0" anchor="t"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6" name="Google Shape;576;p5"/>
            <p:cNvSpPr/>
            <p:nvPr/>
          </p:nvSpPr>
          <p:spPr>
            <a:xfrm>
              <a:off x="6845400" y="1687680"/>
              <a:ext cx="33120" cy="33120"/>
            </a:xfrm>
            <a:custGeom>
              <a:rect b="b" l="l" r="r" t="t"/>
              <a:pathLst>
                <a:path extrusionOk="0" h="11" w="11">
                  <a:moveTo>
                    <a:pt x="8" y="2"/>
                  </a:moveTo>
                  <a:cubicBezTo>
                    <a:pt x="10" y="4"/>
                    <a:pt x="11" y="6"/>
                    <a:pt x="9" y="8"/>
                  </a:cubicBezTo>
                  <a:cubicBezTo>
                    <a:pt x="8" y="10"/>
                    <a:pt x="5" y="11"/>
                    <a:pt x="3" y="9"/>
                  </a:cubicBezTo>
                  <a:cubicBezTo>
                    <a:pt x="1" y="8"/>
                    <a:pt x="0" y="5"/>
                    <a:pt x="2" y="3"/>
                  </a:cubicBezTo>
                  <a:cubicBezTo>
                    <a:pt x="3" y="1"/>
                    <a:pt x="6" y="0"/>
                    <a:pt x="8" y="2"/>
                  </a:cubicBezTo>
                  <a:close/>
                </a:path>
              </a:pathLst>
            </a:custGeom>
            <a:solidFill>
              <a:schemeClr val="lt1"/>
            </a:solidFill>
            <a:ln>
              <a:noFill/>
            </a:ln>
          </p:spPr>
          <p:txBody>
            <a:bodyPr anchorCtr="0" anchor="t" bIns="16550" lIns="91425" spcFirstLastPara="1" rIns="91425" wrap="square" tIns="16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7" name="Google Shape;577;p5"/>
            <p:cNvSpPr/>
            <p:nvPr/>
          </p:nvSpPr>
          <p:spPr>
            <a:xfrm>
              <a:off x="6758280" y="1762200"/>
              <a:ext cx="68040" cy="64800"/>
            </a:xfrm>
            <a:custGeom>
              <a:rect b="b" l="l" r="r" t="t"/>
              <a:pathLst>
                <a:path extrusionOk="0" h="21" w="22">
                  <a:moveTo>
                    <a:pt x="17" y="3"/>
                  </a:moveTo>
                  <a:cubicBezTo>
                    <a:pt x="21" y="6"/>
                    <a:pt x="22" y="12"/>
                    <a:pt x="19" y="16"/>
                  </a:cubicBezTo>
                  <a:cubicBezTo>
                    <a:pt x="16" y="21"/>
                    <a:pt x="10" y="21"/>
                    <a:pt x="5" y="18"/>
                  </a:cubicBezTo>
                  <a:cubicBezTo>
                    <a:pt x="1" y="15"/>
                    <a:pt x="0" y="9"/>
                    <a:pt x="4" y="5"/>
                  </a:cubicBezTo>
                  <a:cubicBezTo>
                    <a:pt x="7" y="1"/>
                    <a:pt x="13" y="0"/>
                    <a:pt x="17" y="3"/>
                  </a:cubicBezTo>
                  <a:close/>
                </a:path>
              </a:pathLst>
            </a:custGeom>
            <a:solidFill>
              <a:schemeClr val="lt1"/>
            </a:solidFill>
            <a:ln>
              <a:noFill/>
            </a:ln>
          </p:spPr>
          <p:txBody>
            <a:bodyPr anchorCtr="0" anchor="t" bIns="32400" lIns="91425" spcFirstLastPara="1" rIns="91425" wrap="square" tIns="32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8" name="Google Shape;578;p5"/>
            <p:cNvSpPr/>
            <p:nvPr/>
          </p:nvSpPr>
          <p:spPr>
            <a:xfrm>
              <a:off x="5053320" y="3663000"/>
              <a:ext cx="1945800" cy="501120"/>
            </a:xfrm>
            <a:custGeom>
              <a:rect b="b" l="l" r="r" t="t"/>
              <a:pathLst>
                <a:path extrusionOk="0" h="248" w="961">
                  <a:moveTo>
                    <a:pt x="961" y="248"/>
                  </a:moveTo>
                  <a:cubicBezTo>
                    <a:pt x="904" y="105"/>
                    <a:pt x="711" y="0"/>
                    <a:pt x="480" y="0"/>
                  </a:cubicBezTo>
                  <a:cubicBezTo>
                    <a:pt x="250" y="0"/>
                    <a:pt x="56" y="105"/>
                    <a:pt x="0" y="248"/>
                  </a:cubicBezTo>
                  <a:lnTo>
                    <a:pt x="961" y="24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9" name="Google Shape;579;p5"/>
            <p:cNvSpPr/>
            <p:nvPr/>
          </p:nvSpPr>
          <p:spPr>
            <a:xfrm>
              <a:off x="6826320" y="3306600"/>
              <a:ext cx="1252080" cy="861480"/>
            </a:xfrm>
            <a:custGeom>
              <a:rect b="b" l="l" r="r" t="t"/>
              <a:pathLst>
                <a:path extrusionOk="0" h="426" w="618">
                  <a:moveTo>
                    <a:pt x="598" y="426"/>
                  </a:moveTo>
                  <a:cubicBezTo>
                    <a:pt x="605" y="396"/>
                    <a:pt x="618" y="332"/>
                    <a:pt x="599" y="289"/>
                  </a:cubicBezTo>
                  <a:cubicBezTo>
                    <a:pt x="572" y="232"/>
                    <a:pt x="552" y="244"/>
                    <a:pt x="558" y="156"/>
                  </a:cubicBezTo>
                  <a:cubicBezTo>
                    <a:pt x="560" y="114"/>
                    <a:pt x="547" y="16"/>
                    <a:pt x="475" y="7"/>
                  </a:cubicBezTo>
                  <a:cubicBezTo>
                    <a:pt x="411" y="0"/>
                    <a:pt x="371" y="70"/>
                    <a:pt x="337" y="124"/>
                  </a:cubicBezTo>
                  <a:cubicBezTo>
                    <a:pt x="303" y="178"/>
                    <a:pt x="261" y="139"/>
                    <a:pt x="234" y="215"/>
                  </a:cubicBezTo>
                  <a:cubicBezTo>
                    <a:pt x="207" y="292"/>
                    <a:pt x="163" y="315"/>
                    <a:pt x="124" y="323"/>
                  </a:cubicBezTo>
                  <a:cubicBezTo>
                    <a:pt x="38" y="340"/>
                    <a:pt x="12" y="363"/>
                    <a:pt x="0" y="426"/>
                  </a:cubicBezTo>
                  <a:lnTo>
                    <a:pt x="598" y="42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cxnSp>
          <p:nvCxnSpPr>
            <p:cNvPr id="580" name="Google Shape;580;p5"/>
            <p:cNvCxnSpPr/>
            <p:nvPr/>
          </p:nvCxnSpPr>
          <p:spPr>
            <a:xfrm>
              <a:off x="4822920" y="4165560"/>
              <a:ext cx="4021560" cy="360"/>
            </a:xfrm>
            <a:prstGeom prst="straightConnector1">
              <a:avLst/>
            </a:prstGeom>
            <a:noFill/>
            <a:ln cap="flat" cmpd="sng" w="9525">
              <a:solidFill>
                <a:srgbClr val="FFFEF4"/>
              </a:solidFill>
              <a:prstDash val="solid"/>
              <a:round/>
              <a:headEnd len="sm" w="sm" type="none"/>
              <a:tailEnd len="sm" w="sm" type="none"/>
            </a:ln>
          </p:spPr>
        </p:cxnSp>
        <p:sp>
          <p:nvSpPr>
            <p:cNvPr id="581" name="Google Shape;581;p5"/>
            <p:cNvSpPr/>
            <p:nvPr/>
          </p:nvSpPr>
          <p:spPr>
            <a:xfrm>
              <a:off x="7804080" y="997920"/>
              <a:ext cx="709920" cy="322200"/>
            </a:xfrm>
            <a:custGeom>
              <a:rect b="b" l="l" r="r" t="t"/>
              <a:pathLst>
                <a:path extrusionOk="0" h="439" w="968">
                  <a:moveTo>
                    <a:pt x="882" y="266"/>
                  </a:moveTo>
                  <a:cubicBezTo>
                    <a:pt x="847" y="266"/>
                    <a:pt x="847" y="266"/>
                    <a:pt x="847" y="266"/>
                  </a:cubicBezTo>
                  <a:cubicBezTo>
                    <a:pt x="847" y="119"/>
                    <a:pt x="727" y="0"/>
                    <a:pt x="580" y="0"/>
                  </a:cubicBezTo>
                  <a:cubicBezTo>
                    <a:pt x="472" y="0"/>
                    <a:pt x="379" y="65"/>
                    <a:pt x="337" y="158"/>
                  </a:cubicBezTo>
                  <a:cubicBezTo>
                    <a:pt x="319" y="147"/>
                    <a:pt x="297" y="141"/>
                    <a:pt x="274" y="141"/>
                  </a:cubicBezTo>
                  <a:cubicBezTo>
                    <a:pt x="205" y="141"/>
                    <a:pt x="149" y="197"/>
                    <a:pt x="149" y="266"/>
                  </a:cubicBezTo>
                  <a:cubicBezTo>
                    <a:pt x="86" y="266"/>
                    <a:pt x="86" y="266"/>
                    <a:pt x="86" y="266"/>
                  </a:cubicBezTo>
                  <a:cubicBezTo>
                    <a:pt x="39" y="266"/>
                    <a:pt x="0" y="305"/>
                    <a:pt x="0" y="353"/>
                  </a:cubicBezTo>
                  <a:cubicBezTo>
                    <a:pt x="0" y="401"/>
                    <a:pt x="39" y="439"/>
                    <a:pt x="86" y="439"/>
                  </a:cubicBezTo>
                  <a:cubicBezTo>
                    <a:pt x="882" y="439"/>
                    <a:pt x="882" y="439"/>
                    <a:pt x="882" y="439"/>
                  </a:cubicBezTo>
                  <a:cubicBezTo>
                    <a:pt x="929" y="439"/>
                    <a:pt x="968" y="401"/>
                    <a:pt x="968" y="353"/>
                  </a:cubicBezTo>
                  <a:cubicBezTo>
                    <a:pt x="968" y="305"/>
                    <a:pt x="929" y="266"/>
                    <a:pt x="882" y="26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582" name="Google Shape;582;p5"/>
            <p:cNvGrpSpPr/>
            <p:nvPr/>
          </p:nvGrpSpPr>
          <p:grpSpPr>
            <a:xfrm>
              <a:off x="6999480" y="1776960"/>
              <a:ext cx="1894320" cy="2387520"/>
              <a:chOff x="6999480" y="1776960"/>
              <a:chExt cx="1894320" cy="2387520"/>
            </a:xfrm>
          </p:grpSpPr>
          <p:sp>
            <p:nvSpPr>
              <p:cNvPr id="583" name="Google Shape;583;p5"/>
              <p:cNvSpPr/>
              <p:nvPr/>
            </p:nvSpPr>
            <p:spPr>
              <a:xfrm flipH="1">
                <a:off x="7671960" y="2715480"/>
                <a:ext cx="734760" cy="14490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84" name="Google Shape;584;p5"/>
              <p:cNvSpPr/>
              <p:nvPr/>
            </p:nvSpPr>
            <p:spPr>
              <a:xfrm flipH="1">
                <a:off x="7832880" y="2656440"/>
                <a:ext cx="863280" cy="61560"/>
              </a:xfrm>
              <a:prstGeom prst="rect">
                <a:avLst/>
              </a:prstGeom>
              <a:solidFill>
                <a:schemeClr val="dk1"/>
              </a:solidFill>
              <a:ln>
                <a:noFill/>
              </a:ln>
            </p:spPr>
            <p:txBody>
              <a:bodyPr anchorCtr="0" anchor="t" bIns="30950" lIns="91425" spcFirstLastPara="1" rIns="91425" wrap="square" tIns="30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85" name="Google Shape;585;p5"/>
              <p:cNvSpPr/>
              <p:nvPr/>
            </p:nvSpPr>
            <p:spPr>
              <a:xfrm flipH="1">
                <a:off x="8159040" y="2715480"/>
                <a:ext cx="734760" cy="1449000"/>
              </a:xfrm>
              <a:custGeom>
                <a:rect b="b" l="l" r="r" t="t"/>
                <a:pathLst>
                  <a:path extrusionOk="0" h="913" w="463">
                    <a:moveTo>
                      <a:pt x="427" y="0"/>
                    </a:moveTo>
                    <a:lnTo>
                      <a:pt x="414" y="67"/>
                    </a:lnTo>
                    <a:lnTo>
                      <a:pt x="204" y="67"/>
                    </a:lnTo>
                    <a:lnTo>
                      <a:pt x="217" y="0"/>
                    </a:lnTo>
                    <a:lnTo>
                      <a:pt x="182" y="0"/>
                    </a:lnTo>
                    <a:lnTo>
                      <a:pt x="0" y="913"/>
                    </a:lnTo>
                    <a:lnTo>
                      <a:pt x="36" y="913"/>
                    </a:lnTo>
                    <a:lnTo>
                      <a:pt x="46" y="857"/>
                    </a:lnTo>
                    <a:lnTo>
                      <a:pt x="258" y="857"/>
                    </a:lnTo>
                    <a:lnTo>
                      <a:pt x="247" y="913"/>
                    </a:lnTo>
                    <a:lnTo>
                      <a:pt x="283" y="913"/>
                    </a:lnTo>
                    <a:lnTo>
                      <a:pt x="463" y="0"/>
                    </a:lnTo>
                    <a:lnTo>
                      <a:pt x="427" y="0"/>
                    </a:lnTo>
                    <a:close/>
                    <a:moveTo>
                      <a:pt x="410" y="93"/>
                    </a:moveTo>
                    <a:lnTo>
                      <a:pt x="393" y="176"/>
                    </a:lnTo>
                    <a:lnTo>
                      <a:pt x="182" y="176"/>
                    </a:lnTo>
                    <a:lnTo>
                      <a:pt x="198" y="93"/>
                    </a:lnTo>
                    <a:lnTo>
                      <a:pt x="410" y="93"/>
                    </a:lnTo>
                    <a:close/>
                    <a:moveTo>
                      <a:pt x="95" y="614"/>
                    </a:moveTo>
                    <a:lnTo>
                      <a:pt x="112" y="530"/>
                    </a:lnTo>
                    <a:lnTo>
                      <a:pt x="323" y="530"/>
                    </a:lnTo>
                    <a:lnTo>
                      <a:pt x="307" y="614"/>
                    </a:lnTo>
                    <a:lnTo>
                      <a:pt x="95" y="614"/>
                    </a:lnTo>
                    <a:close/>
                    <a:moveTo>
                      <a:pt x="301" y="639"/>
                    </a:moveTo>
                    <a:lnTo>
                      <a:pt x="284" y="723"/>
                    </a:lnTo>
                    <a:lnTo>
                      <a:pt x="73" y="723"/>
                    </a:lnTo>
                    <a:lnTo>
                      <a:pt x="89" y="639"/>
                    </a:lnTo>
                    <a:lnTo>
                      <a:pt x="301" y="639"/>
                    </a:lnTo>
                    <a:close/>
                    <a:moveTo>
                      <a:pt x="116" y="505"/>
                    </a:moveTo>
                    <a:lnTo>
                      <a:pt x="134" y="421"/>
                    </a:lnTo>
                    <a:lnTo>
                      <a:pt x="344" y="421"/>
                    </a:lnTo>
                    <a:lnTo>
                      <a:pt x="328" y="505"/>
                    </a:lnTo>
                    <a:lnTo>
                      <a:pt x="116" y="505"/>
                    </a:lnTo>
                    <a:close/>
                    <a:moveTo>
                      <a:pt x="139" y="394"/>
                    </a:moveTo>
                    <a:lnTo>
                      <a:pt x="155" y="312"/>
                    </a:lnTo>
                    <a:lnTo>
                      <a:pt x="366" y="312"/>
                    </a:lnTo>
                    <a:lnTo>
                      <a:pt x="350" y="394"/>
                    </a:lnTo>
                    <a:lnTo>
                      <a:pt x="139" y="394"/>
                    </a:lnTo>
                    <a:close/>
                    <a:moveTo>
                      <a:pt x="161" y="285"/>
                    </a:moveTo>
                    <a:lnTo>
                      <a:pt x="177" y="203"/>
                    </a:lnTo>
                    <a:lnTo>
                      <a:pt x="387" y="203"/>
                    </a:lnTo>
                    <a:lnTo>
                      <a:pt x="371" y="285"/>
                    </a:lnTo>
                    <a:lnTo>
                      <a:pt x="161" y="285"/>
                    </a:lnTo>
                    <a:close/>
                    <a:moveTo>
                      <a:pt x="52" y="832"/>
                    </a:moveTo>
                    <a:lnTo>
                      <a:pt x="69" y="748"/>
                    </a:lnTo>
                    <a:lnTo>
                      <a:pt x="280" y="748"/>
                    </a:lnTo>
                    <a:lnTo>
                      <a:pt x="264" y="832"/>
                    </a:lnTo>
                    <a:lnTo>
                      <a:pt x="52" y="8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86" name="Google Shape;586;p5"/>
              <p:cNvSpPr/>
              <p:nvPr/>
            </p:nvSpPr>
            <p:spPr>
              <a:xfrm flipH="1">
                <a:off x="7658280" y="2494800"/>
                <a:ext cx="522000" cy="547200"/>
              </a:xfrm>
              <a:custGeom>
                <a:rect b="b" l="l" r="r" t="t"/>
                <a:pathLst>
                  <a:path extrusionOk="0" h="231" w="221">
                    <a:moveTo>
                      <a:pt x="6" y="0"/>
                    </a:moveTo>
                    <a:cubicBezTo>
                      <a:pt x="0" y="27"/>
                      <a:pt x="18" y="70"/>
                      <a:pt x="64" y="70"/>
                    </a:cubicBezTo>
                    <a:cubicBezTo>
                      <a:pt x="111" y="70"/>
                      <a:pt x="160" y="70"/>
                      <a:pt x="160" y="70"/>
                    </a:cubicBezTo>
                    <a:cubicBezTo>
                      <a:pt x="119" y="231"/>
                      <a:pt x="119" y="231"/>
                      <a:pt x="119" y="231"/>
                    </a:cubicBezTo>
                    <a:cubicBezTo>
                      <a:pt x="165" y="231"/>
                      <a:pt x="165" y="231"/>
                      <a:pt x="165" y="231"/>
                    </a:cubicBezTo>
                    <a:cubicBezTo>
                      <a:pt x="165" y="231"/>
                      <a:pt x="221" y="77"/>
                      <a:pt x="213" y="45"/>
                    </a:cubicBezTo>
                    <a:cubicBezTo>
                      <a:pt x="206" y="14"/>
                      <a:pt x="91" y="0"/>
                      <a:pt x="91" y="0"/>
                    </a:cubicBezTo>
                    <a:lnTo>
                      <a:pt x="6"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87" name="Google Shape;587;p5"/>
              <p:cNvSpPr/>
              <p:nvPr/>
            </p:nvSpPr>
            <p:spPr>
              <a:xfrm flipH="1">
                <a:off x="7783560" y="2997720"/>
                <a:ext cx="144000" cy="225000"/>
              </a:xfrm>
              <a:custGeom>
                <a:rect b="b" l="l" r="r" t="t"/>
                <a:pathLst>
                  <a:path extrusionOk="0" h="95" w="61">
                    <a:moveTo>
                      <a:pt x="56" y="0"/>
                    </a:moveTo>
                    <a:cubicBezTo>
                      <a:pt x="45" y="35"/>
                      <a:pt x="45" y="35"/>
                      <a:pt x="45" y="35"/>
                    </a:cubicBezTo>
                    <a:cubicBezTo>
                      <a:pt x="43" y="43"/>
                      <a:pt x="43" y="51"/>
                      <a:pt x="47" y="58"/>
                    </a:cubicBezTo>
                    <a:cubicBezTo>
                      <a:pt x="53" y="70"/>
                      <a:pt x="61" y="88"/>
                      <a:pt x="58" y="91"/>
                    </a:cubicBezTo>
                    <a:cubicBezTo>
                      <a:pt x="53" y="95"/>
                      <a:pt x="39" y="90"/>
                      <a:pt x="29" y="83"/>
                    </a:cubicBezTo>
                    <a:cubicBezTo>
                      <a:pt x="19" y="76"/>
                      <a:pt x="0" y="53"/>
                      <a:pt x="3" y="47"/>
                    </a:cubicBezTo>
                    <a:cubicBezTo>
                      <a:pt x="7" y="41"/>
                      <a:pt x="16" y="37"/>
                      <a:pt x="16" y="37"/>
                    </a:cubicBezTo>
                    <a:cubicBezTo>
                      <a:pt x="28" y="0"/>
                      <a:pt x="28" y="0"/>
                      <a:pt x="28" y="0"/>
                    </a:cubicBezTo>
                    <a:lnTo>
                      <a:pt x="56" y="0"/>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88" name="Google Shape;588;p5"/>
              <p:cNvSpPr/>
              <p:nvPr/>
            </p:nvSpPr>
            <p:spPr>
              <a:xfrm flipH="1">
                <a:off x="7783560" y="3085200"/>
                <a:ext cx="144000" cy="137880"/>
              </a:xfrm>
              <a:custGeom>
                <a:rect b="b" l="l" r="r" t="t"/>
                <a:pathLst>
                  <a:path extrusionOk="0" h="58" w="61">
                    <a:moveTo>
                      <a:pt x="3" y="10"/>
                    </a:moveTo>
                    <a:cubicBezTo>
                      <a:pt x="0" y="16"/>
                      <a:pt x="19" y="39"/>
                      <a:pt x="29" y="46"/>
                    </a:cubicBezTo>
                    <a:cubicBezTo>
                      <a:pt x="39" y="53"/>
                      <a:pt x="53" y="58"/>
                      <a:pt x="58" y="54"/>
                    </a:cubicBezTo>
                    <a:cubicBezTo>
                      <a:pt x="61" y="51"/>
                      <a:pt x="53" y="33"/>
                      <a:pt x="47" y="21"/>
                    </a:cubicBezTo>
                    <a:cubicBezTo>
                      <a:pt x="45" y="18"/>
                      <a:pt x="44" y="15"/>
                      <a:pt x="44" y="11"/>
                    </a:cubicBezTo>
                    <a:cubicBezTo>
                      <a:pt x="36" y="12"/>
                      <a:pt x="29" y="15"/>
                      <a:pt x="29" y="15"/>
                    </a:cubicBezTo>
                    <a:cubicBezTo>
                      <a:pt x="16" y="0"/>
                      <a:pt x="16" y="0"/>
                      <a:pt x="16" y="0"/>
                    </a:cubicBezTo>
                    <a:cubicBezTo>
                      <a:pt x="16" y="0"/>
                      <a:pt x="7" y="4"/>
                      <a:pt x="3"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89" name="Google Shape;589;p5"/>
              <p:cNvSpPr/>
              <p:nvPr/>
            </p:nvSpPr>
            <p:spPr>
              <a:xfrm flipH="1">
                <a:off x="7758360" y="2975760"/>
                <a:ext cx="151920" cy="74160"/>
              </a:xfrm>
              <a:custGeom>
                <a:rect b="b" l="l" r="r" t="t"/>
                <a:pathLst>
                  <a:path extrusionOk="0" h="31" w="65">
                    <a:moveTo>
                      <a:pt x="8" y="0"/>
                    </a:moveTo>
                    <a:cubicBezTo>
                      <a:pt x="0" y="31"/>
                      <a:pt x="0" y="31"/>
                      <a:pt x="0" y="31"/>
                    </a:cubicBezTo>
                    <a:cubicBezTo>
                      <a:pt x="55" y="31"/>
                      <a:pt x="55" y="31"/>
                      <a:pt x="55" y="31"/>
                    </a:cubicBezTo>
                    <a:cubicBezTo>
                      <a:pt x="55" y="31"/>
                      <a:pt x="59" y="19"/>
                      <a:pt x="65" y="0"/>
                    </a:cubicBezTo>
                    <a:lnTo>
                      <a:pt x="8" y="0"/>
                    </a:lnTo>
                    <a:close/>
                  </a:path>
                </a:pathLst>
              </a:custGeom>
              <a:solidFill>
                <a:schemeClr val="dk1"/>
              </a:solidFill>
              <a:ln>
                <a:noFill/>
              </a:ln>
            </p:spPr>
            <p:txBody>
              <a:bodyPr anchorCtr="0" anchor="t" bIns="37075" lIns="91425" spcFirstLastPara="1" rIns="91425" wrap="square" tIns="370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0" name="Google Shape;590;p5"/>
              <p:cNvSpPr/>
              <p:nvPr/>
            </p:nvSpPr>
            <p:spPr>
              <a:xfrm flipH="1">
                <a:off x="7581960" y="2045520"/>
                <a:ext cx="839520" cy="448920"/>
              </a:xfrm>
              <a:custGeom>
                <a:rect b="b" l="l" r="r" t="t"/>
                <a:pathLst>
                  <a:path extrusionOk="0" h="190" w="355">
                    <a:moveTo>
                      <a:pt x="229" y="2"/>
                    </a:moveTo>
                    <a:cubicBezTo>
                      <a:pt x="226" y="0"/>
                      <a:pt x="223" y="0"/>
                      <a:pt x="219" y="0"/>
                    </a:cubicBezTo>
                    <a:cubicBezTo>
                      <a:pt x="129" y="0"/>
                      <a:pt x="129" y="0"/>
                      <a:pt x="129" y="0"/>
                    </a:cubicBezTo>
                    <a:cubicBezTo>
                      <a:pt x="114" y="0"/>
                      <a:pt x="101" y="4"/>
                      <a:pt x="89" y="13"/>
                    </a:cubicBezTo>
                    <a:cubicBezTo>
                      <a:pt x="66" y="31"/>
                      <a:pt x="27" y="69"/>
                      <a:pt x="0" y="132"/>
                    </a:cubicBezTo>
                    <a:cubicBezTo>
                      <a:pt x="44" y="132"/>
                      <a:pt x="44" y="132"/>
                      <a:pt x="44" y="132"/>
                    </a:cubicBezTo>
                    <a:cubicBezTo>
                      <a:pt x="44" y="132"/>
                      <a:pt x="65" y="77"/>
                      <a:pt x="98" y="54"/>
                    </a:cubicBezTo>
                    <a:cubicBezTo>
                      <a:pt x="69" y="190"/>
                      <a:pt x="69" y="190"/>
                      <a:pt x="69" y="190"/>
                    </a:cubicBezTo>
                    <a:cubicBezTo>
                      <a:pt x="194" y="190"/>
                      <a:pt x="194" y="190"/>
                      <a:pt x="194" y="190"/>
                    </a:cubicBezTo>
                    <a:cubicBezTo>
                      <a:pt x="217" y="47"/>
                      <a:pt x="217" y="47"/>
                      <a:pt x="217" y="47"/>
                    </a:cubicBezTo>
                    <a:cubicBezTo>
                      <a:pt x="344" y="91"/>
                      <a:pt x="344" y="91"/>
                      <a:pt x="344" y="91"/>
                    </a:cubicBezTo>
                    <a:cubicBezTo>
                      <a:pt x="355" y="56"/>
                      <a:pt x="355" y="56"/>
                      <a:pt x="355" y="56"/>
                    </a:cubicBezTo>
                    <a:lnTo>
                      <a:pt x="229" y="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1" name="Google Shape;591;p5"/>
              <p:cNvSpPr/>
              <p:nvPr/>
            </p:nvSpPr>
            <p:spPr>
              <a:xfrm flipH="1">
                <a:off x="7821000" y="2494800"/>
                <a:ext cx="479160" cy="547200"/>
              </a:xfrm>
              <a:custGeom>
                <a:rect b="b" l="l" r="r" t="t"/>
                <a:pathLst>
                  <a:path extrusionOk="0" h="231" w="203">
                    <a:moveTo>
                      <a:pt x="18" y="0"/>
                    </a:moveTo>
                    <a:cubicBezTo>
                      <a:pt x="12" y="27"/>
                      <a:pt x="0" y="70"/>
                      <a:pt x="46" y="70"/>
                    </a:cubicBezTo>
                    <a:cubicBezTo>
                      <a:pt x="93" y="70"/>
                      <a:pt x="142" y="70"/>
                      <a:pt x="142" y="70"/>
                    </a:cubicBezTo>
                    <a:cubicBezTo>
                      <a:pt x="101" y="231"/>
                      <a:pt x="101" y="231"/>
                      <a:pt x="101" y="231"/>
                    </a:cubicBezTo>
                    <a:cubicBezTo>
                      <a:pt x="147" y="231"/>
                      <a:pt x="147" y="231"/>
                      <a:pt x="147" y="231"/>
                    </a:cubicBezTo>
                    <a:cubicBezTo>
                      <a:pt x="147" y="231"/>
                      <a:pt x="203" y="77"/>
                      <a:pt x="195" y="45"/>
                    </a:cubicBezTo>
                    <a:cubicBezTo>
                      <a:pt x="188" y="14"/>
                      <a:pt x="73" y="0"/>
                      <a:pt x="73" y="0"/>
                    </a:cubicBezTo>
                    <a:lnTo>
                      <a:pt x="18"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2" name="Google Shape;592;p5"/>
              <p:cNvSpPr/>
              <p:nvPr/>
            </p:nvSpPr>
            <p:spPr>
              <a:xfrm flipH="1">
                <a:off x="7947360" y="2997720"/>
                <a:ext cx="144000" cy="225000"/>
              </a:xfrm>
              <a:custGeom>
                <a:rect b="b" l="l" r="r" t="t"/>
                <a:pathLst>
                  <a:path extrusionOk="0" h="95" w="61">
                    <a:moveTo>
                      <a:pt x="56" y="0"/>
                    </a:moveTo>
                    <a:cubicBezTo>
                      <a:pt x="45" y="35"/>
                      <a:pt x="45" y="35"/>
                      <a:pt x="45" y="35"/>
                    </a:cubicBezTo>
                    <a:cubicBezTo>
                      <a:pt x="43" y="43"/>
                      <a:pt x="43" y="51"/>
                      <a:pt x="47" y="58"/>
                    </a:cubicBezTo>
                    <a:cubicBezTo>
                      <a:pt x="53" y="70"/>
                      <a:pt x="61" y="88"/>
                      <a:pt x="58" y="91"/>
                    </a:cubicBezTo>
                    <a:cubicBezTo>
                      <a:pt x="53" y="95"/>
                      <a:pt x="39" y="90"/>
                      <a:pt x="29" y="83"/>
                    </a:cubicBezTo>
                    <a:cubicBezTo>
                      <a:pt x="19" y="76"/>
                      <a:pt x="0" y="53"/>
                      <a:pt x="3" y="47"/>
                    </a:cubicBezTo>
                    <a:cubicBezTo>
                      <a:pt x="7" y="41"/>
                      <a:pt x="16" y="37"/>
                      <a:pt x="16" y="37"/>
                    </a:cubicBezTo>
                    <a:cubicBezTo>
                      <a:pt x="28" y="0"/>
                      <a:pt x="28" y="0"/>
                      <a:pt x="28" y="0"/>
                    </a:cubicBezTo>
                    <a:lnTo>
                      <a:pt x="56" y="0"/>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3" name="Google Shape;593;p5"/>
              <p:cNvSpPr/>
              <p:nvPr/>
            </p:nvSpPr>
            <p:spPr>
              <a:xfrm flipH="1">
                <a:off x="7947360" y="3085200"/>
                <a:ext cx="144000" cy="137880"/>
              </a:xfrm>
              <a:custGeom>
                <a:rect b="b" l="l" r="r" t="t"/>
                <a:pathLst>
                  <a:path extrusionOk="0" h="58" w="61">
                    <a:moveTo>
                      <a:pt x="3" y="10"/>
                    </a:moveTo>
                    <a:cubicBezTo>
                      <a:pt x="0" y="16"/>
                      <a:pt x="19" y="39"/>
                      <a:pt x="29" y="46"/>
                    </a:cubicBezTo>
                    <a:cubicBezTo>
                      <a:pt x="39" y="53"/>
                      <a:pt x="53" y="58"/>
                      <a:pt x="58" y="54"/>
                    </a:cubicBezTo>
                    <a:cubicBezTo>
                      <a:pt x="61" y="51"/>
                      <a:pt x="53" y="33"/>
                      <a:pt x="47" y="21"/>
                    </a:cubicBezTo>
                    <a:cubicBezTo>
                      <a:pt x="45" y="18"/>
                      <a:pt x="44" y="15"/>
                      <a:pt x="44" y="11"/>
                    </a:cubicBezTo>
                    <a:cubicBezTo>
                      <a:pt x="36" y="12"/>
                      <a:pt x="29" y="15"/>
                      <a:pt x="29" y="15"/>
                    </a:cubicBezTo>
                    <a:cubicBezTo>
                      <a:pt x="16" y="0"/>
                      <a:pt x="16" y="0"/>
                      <a:pt x="16" y="0"/>
                    </a:cubicBezTo>
                    <a:cubicBezTo>
                      <a:pt x="16" y="0"/>
                      <a:pt x="7" y="4"/>
                      <a:pt x="3"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4" name="Google Shape;594;p5"/>
              <p:cNvSpPr/>
              <p:nvPr/>
            </p:nvSpPr>
            <p:spPr>
              <a:xfrm flipH="1">
                <a:off x="8328240" y="2338920"/>
                <a:ext cx="164880" cy="290160"/>
              </a:xfrm>
              <a:custGeom>
                <a:rect b="b" l="l" r="r" t="t"/>
                <a:pathLst>
                  <a:path extrusionOk="0" h="123" w="70">
                    <a:moveTo>
                      <a:pt x="70" y="1"/>
                    </a:moveTo>
                    <a:cubicBezTo>
                      <a:pt x="70" y="2"/>
                      <a:pt x="39" y="88"/>
                      <a:pt x="39" y="88"/>
                    </a:cubicBezTo>
                    <a:cubicBezTo>
                      <a:pt x="39" y="88"/>
                      <a:pt x="35" y="112"/>
                      <a:pt x="33" y="114"/>
                    </a:cubicBezTo>
                    <a:cubicBezTo>
                      <a:pt x="30" y="116"/>
                      <a:pt x="32" y="99"/>
                      <a:pt x="32" y="99"/>
                    </a:cubicBezTo>
                    <a:cubicBezTo>
                      <a:pt x="17" y="123"/>
                      <a:pt x="17" y="123"/>
                      <a:pt x="17" y="123"/>
                    </a:cubicBezTo>
                    <a:cubicBezTo>
                      <a:pt x="3" y="114"/>
                      <a:pt x="3" y="114"/>
                      <a:pt x="3" y="114"/>
                    </a:cubicBezTo>
                    <a:cubicBezTo>
                      <a:pt x="1" y="112"/>
                      <a:pt x="0" y="108"/>
                      <a:pt x="2" y="106"/>
                    </a:cubicBezTo>
                    <a:cubicBezTo>
                      <a:pt x="19" y="82"/>
                      <a:pt x="19" y="82"/>
                      <a:pt x="19" y="82"/>
                    </a:cubicBezTo>
                    <a:cubicBezTo>
                      <a:pt x="43" y="0"/>
                      <a:pt x="43" y="0"/>
                      <a:pt x="43" y="0"/>
                    </a:cubicBezTo>
                    <a:lnTo>
                      <a:pt x="70" y="1"/>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5" name="Google Shape;595;p5"/>
              <p:cNvSpPr/>
              <p:nvPr/>
            </p:nvSpPr>
            <p:spPr>
              <a:xfrm flipH="1">
                <a:off x="8289360" y="2307240"/>
                <a:ext cx="139320" cy="52200"/>
              </a:xfrm>
              <a:custGeom>
                <a:rect b="b" l="l" r="r" t="t"/>
                <a:pathLst>
                  <a:path extrusionOk="0" h="22" w="59">
                    <a:moveTo>
                      <a:pt x="10" y="0"/>
                    </a:moveTo>
                    <a:cubicBezTo>
                      <a:pt x="7" y="7"/>
                      <a:pt x="3" y="14"/>
                      <a:pt x="0" y="22"/>
                    </a:cubicBezTo>
                    <a:cubicBezTo>
                      <a:pt x="49" y="22"/>
                      <a:pt x="49" y="22"/>
                      <a:pt x="49" y="22"/>
                    </a:cubicBezTo>
                    <a:cubicBezTo>
                      <a:pt x="49" y="22"/>
                      <a:pt x="53" y="13"/>
                      <a:pt x="59" y="0"/>
                    </a:cubicBezTo>
                    <a:lnTo>
                      <a:pt x="10" y="0"/>
                    </a:lnTo>
                    <a:close/>
                  </a:path>
                </a:pathLst>
              </a:custGeom>
              <a:solidFill>
                <a:schemeClr val="dk1"/>
              </a:solidFill>
              <a:ln>
                <a:noFill/>
              </a:ln>
            </p:spPr>
            <p:txBody>
              <a:bodyPr anchorCtr="0" anchor="t" bIns="26275" lIns="91425" spcFirstLastPara="1" rIns="91425" wrap="square" tIns="26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6" name="Google Shape;596;p5"/>
              <p:cNvSpPr/>
              <p:nvPr/>
            </p:nvSpPr>
            <p:spPr>
              <a:xfrm flipH="1">
                <a:off x="7919640" y="2975760"/>
                <a:ext cx="153720" cy="74160"/>
              </a:xfrm>
              <a:custGeom>
                <a:rect b="b" l="l" r="r" t="t"/>
                <a:pathLst>
                  <a:path extrusionOk="0" h="31" w="65">
                    <a:moveTo>
                      <a:pt x="8" y="0"/>
                    </a:moveTo>
                    <a:cubicBezTo>
                      <a:pt x="0" y="31"/>
                      <a:pt x="0" y="31"/>
                      <a:pt x="0" y="31"/>
                    </a:cubicBezTo>
                    <a:cubicBezTo>
                      <a:pt x="55" y="31"/>
                      <a:pt x="55" y="31"/>
                      <a:pt x="55" y="31"/>
                    </a:cubicBezTo>
                    <a:cubicBezTo>
                      <a:pt x="55" y="31"/>
                      <a:pt x="59" y="19"/>
                      <a:pt x="65" y="0"/>
                    </a:cubicBezTo>
                    <a:lnTo>
                      <a:pt x="8" y="0"/>
                    </a:lnTo>
                    <a:close/>
                  </a:path>
                </a:pathLst>
              </a:custGeom>
              <a:solidFill>
                <a:schemeClr val="dk1"/>
              </a:solidFill>
              <a:ln>
                <a:noFill/>
              </a:ln>
            </p:spPr>
            <p:txBody>
              <a:bodyPr anchorCtr="0" anchor="t" bIns="37075" lIns="91425" spcFirstLastPara="1" rIns="91425" wrap="square" tIns="370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7" name="Google Shape;597;p5"/>
              <p:cNvSpPr/>
              <p:nvPr/>
            </p:nvSpPr>
            <p:spPr>
              <a:xfrm flipH="1">
                <a:off x="7994160" y="1788120"/>
                <a:ext cx="122040" cy="201240"/>
              </a:xfrm>
              <a:custGeom>
                <a:rect b="b" l="l" r="r" t="t"/>
                <a:pathLst>
                  <a:path extrusionOk="0" h="85" w="52">
                    <a:moveTo>
                      <a:pt x="25" y="85"/>
                    </a:moveTo>
                    <a:cubicBezTo>
                      <a:pt x="18" y="74"/>
                      <a:pt x="18" y="74"/>
                      <a:pt x="18" y="74"/>
                    </a:cubicBezTo>
                    <a:cubicBezTo>
                      <a:pt x="18" y="74"/>
                      <a:pt x="0" y="50"/>
                      <a:pt x="13" y="25"/>
                    </a:cubicBezTo>
                    <a:cubicBezTo>
                      <a:pt x="26" y="0"/>
                      <a:pt x="52" y="30"/>
                      <a:pt x="52" y="30"/>
                    </a:cubicBezTo>
                    <a:lnTo>
                      <a:pt x="25" y="8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8" name="Google Shape;598;p5"/>
              <p:cNvSpPr/>
              <p:nvPr/>
            </p:nvSpPr>
            <p:spPr>
              <a:xfrm flipH="1">
                <a:off x="7922520" y="1848600"/>
                <a:ext cx="183960" cy="259920"/>
              </a:xfrm>
              <a:custGeom>
                <a:rect b="b" l="l" r="r" t="t"/>
                <a:pathLst>
                  <a:path extrusionOk="0" h="110" w="78">
                    <a:moveTo>
                      <a:pt x="73" y="0"/>
                    </a:moveTo>
                    <a:cubicBezTo>
                      <a:pt x="36" y="0"/>
                      <a:pt x="36" y="0"/>
                      <a:pt x="36" y="0"/>
                    </a:cubicBezTo>
                    <a:cubicBezTo>
                      <a:pt x="36" y="7"/>
                      <a:pt x="35" y="14"/>
                      <a:pt x="32" y="20"/>
                    </a:cubicBezTo>
                    <a:cubicBezTo>
                      <a:pt x="32" y="17"/>
                      <a:pt x="30" y="13"/>
                      <a:pt x="26" y="13"/>
                    </a:cubicBezTo>
                    <a:cubicBezTo>
                      <a:pt x="19" y="14"/>
                      <a:pt x="17" y="32"/>
                      <a:pt x="23" y="33"/>
                    </a:cubicBezTo>
                    <a:cubicBezTo>
                      <a:pt x="24" y="33"/>
                      <a:pt x="25" y="33"/>
                      <a:pt x="26" y="33"/>
                    </a:cubicBezTo>
                    <a:cubicBezTo>
                      <a:pt x="20" y="43"/>
                      <a:pt x="14" y="49"/>
                      <a:pt x="14" y="49"/>
                    </a:cubicBezTo>
                    <a:cubicBezTo>
                      <a:pt x="10" y="82"/>
                      <a:pt x="10" y="82"/>
                      <a:pt x="10" y="82"/>
                    </a:cubicBezTo>
                    <a:cubicBezTo>
                      <a:pt x="0" y="82"/>
                      <a:pt x="0" y="82"/>
                      <a:pt x="0" y="82"/>
                    </a:cubicBezTo>
                    <a:cubicBezTo>
                      <a:pt x="30" y="110"/>
                      <a:pt x="59" y="83"/>
                      <a:pt x="59" y="83"/>
                    </a:cubicBezTo>
                    <a:cubicBezTo>
                      <a:pt x="48" y="83"/>
                      <a:pt x="48" y="83"/>
                      <a:pt x="48" y="83"/>
                    </a:cubicBezTo>
                    <a:cubicBezTo>
                      <a:pt x="48" y="60"/>
                      <a:pt x="48" y="60"/>
                      <a:pt x="48" y="60"/>
                    </a:cubicBezTo>
                    <a:cubicBezTo>
                      <a:pt x="48" y="57"/>
                      <a:pt x="50" y="55"/>
                      <a:pt x="53" y="55"/>
                    </a:cubicBezTo>
                    <a:cubicBezTo>
                      <a:pt x="60" y="54"/>
                      <a:pt x="60" y="54"/>
                      <a:pt x="60" y="54"/>
                    </a:cubicBezTo>
                    <a:cubicBezTo>
                      <a:pt x="65" y="54"/>
                      <a:pt x="68" y="51"/>
                      <a:pt x="69" y="46"/>
                    </a:cubicBezTo>
                    <a:cubicBezTo>
                      <a:pt x="71" y="33"/>
                      <a:pt x="71" y="33"/>
                      <a:pt x="71" y="33"/>
                    </a:cubicBezTo>
                    <a:cubicBezTo>
                      <a:pt x="78" y="32"/>
                      <a:pt x="78" y="32"/>
                      <a:pt x="78" y="32"/>
                    </a:cubicBezTo>
                    <a:cubicBezTo>
                      <a:pt x="78" y="32"/>
                      <a:pt x="74" y="1"/>
                      <a:pt x="73" y="0"/>
                    </a:cubicBez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99" name="Google Shape;599;p5"/>
              <p:cNvSpPr/>
              <p:nvPr/>
            </p:nvSpPr>
            <p:spPr>
              <a:xfrm flipH="1">
                <a:off x="7879680" y="1776960"/>
                <a:ext cx="217080" cy="82080"/>
              </a:xfrm>
              <a:custGeom>
                <a:rect b="b" l="l" r="r" t="t"/>
                <a:pathLst>
                  <a:path extrusionOk="0" h="35" w="92">
                    <a:moveTo>
                      <a:pt x="2" y="32"/>
                    </a:moveTo>
                    <a:cubicBezTo>
                      <a:pt x="2" y="34"/>
                      <a:pt x="4" y="35"/>
                      <a:pt x="6" y="35"/>
                    </a:cubicBezTo>
                    <a:cubicBezTo>
                      <a:pt x="77" y="35"/>
                      <a:pt x="77" y="35"/>
                      <a:pt x="77" y="35"/>
                    </a:cubicBezTo>
                    <a:cubicBezTo>
                      <a:pt x="87" y="35"/>
                      <a:pt x="92" y="35"/>
                      <a:pt x="92" y="31"/>
                    </a:cubicBezTo>
                    <a:cubicBezTo>
                      <a:pt x="92" y="28"/>
                      <a:pt x="79" y="26"/>
                      <a:pt x="79" y="26"/>
                    </a:cubicBezTo>
                    <a:cubicBezTo>
                      <a:pt x="79" y="26"/>
                      <a:pt x="72" y="0"/>
                      <a:pt x="46" y="0"/>
                    </a:cubicBezTo>
                    <a:cubicBezTo>
                      <a:pt x="21" y="0"/>
                      <a:pt x="3" y="11"/>
                      <a:pt x="1" y="23"/>
                    </a:cubicBezTo>
                    <a:cubicBezTo>
                      <a:pt x="0" y="27"/>
                      <a:pt x="1" y="30"/>
                      <a:pt x="2" y="32"/>
                    </a:cubicBezTo>
                    <a:close/>
                  </a:path>
                </a:pathLst>
              </a:custGeom>
              <a:solidFill>
                <a:schemeClr val="accent1"/>
              </a:solidFill>
              <a:ln>
                <a:noFill/>
              </a:ln>
            </p:spPr>
            <p:txBody>
              <a:bodyPr anchorCtr="0" anchor="t" bIns="41025" lIns="91425" spcFirstLastPara="1" rIns="91425" wrap="square" tIns="410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0" name="Google Shape;600;p5"/>
              <p:cNvSpPr/>
              <p:nvPr/>
            </p:nvSpPr>
            <p:spPr>
              <a:xfrm flipH="1">
                <a:off x="6999480" y="2137320"/>
                <a:ext cx="360000" cy="399600"/>
              </a:xfrm>
              <a:custGeom>
                <a:rect b="b" l="l" r="r" t="t"/>
                <a:pathLst>
                  <a:path extrusionOk="0" h="252" w="227">
                    <a:moveTo>
                      <a:pt x="61" y="15"/>
                    </a:moveTo>
                    <a:lnTo>
                      <a:pt x="214" y="54"/>
                    </a:lnTo>
                    <a:lnTo>
                      <a:pt x="166" y="239"/>
                    </a:lnTo>
                    <a:lnTo>
                      <a:pt x="13" y="198"/>
                    </a:lnTo>
                    <a:lnTo>
                      <a:pt x="61" y="15"/>
                    </a:lnTo>
                    <a:close/>
                    <a:moveTo>
                      <a:pt x="52" y="0"/>
                    </a:moveTo>
                    <a:lnTo>
                      <a:pt x="0" y="207"/>
                    </a:lnTo>
                    <a:lnTo>
                      <a:pt x="174" y="252"/>
                    </a:lnTo>
                    <a:lnTo>
                      <a:pt x="227" y="46"/>
                    </a:lnTo>
                    <a:lnTo>
                      <a:pt x="52" y="0"/>
                    </a:lnTo>
                    <a:close/>
                  </a:path>
                </a:pathLst>
              </a:custGeom>
              <a:solidFill>
                <a:srgbClr val="FF007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1" name="Google Shape;601;p5"/>
              <p:cNvSpPr/>
              <p:nvPr/>
            </p:nvSpPr>
            <p:spPr>
              <a:xfrm flipH="1">
                <a:off x="6999480" y="2137320"/>
                <a:ext cx="360000" cy="399600"/>
              </a:xfrm>
              <a:custGeom>
                <a:rect b="b" l="l" r="r" t="t"/>
                <a:pathLst>
                  <a:path extrusionOk="0" h="252" w="227">
                    <a:moveTo>
                      <a:pt x="61" y="15"/>
                    </a:moveTo>
                    <a:lnTo>
                      <a:pt x="214" y="54"/>
                    </a:lnTo>
                    <a:lnTo>
                      <a:pt x="166" y="239"/>
                    </a:lnTo>
                    <a:lnTo>
                      <a:pt x="13" y="198"/>
                    </a:lnTo>
                    <a:lnTo>
                      <a:pt x="61" y="15"/>
                    </a:lnTo>
                    <a:moveTo>
                      <a:pt x="52" y="0"/>
                    </a:moveTo>
                    <a:lnTo>
                      <a:pt x="0" y="207"/>
                    </a:lnTo>
                    <a:lnTo>
                      <a:pt x="174" y="252"/>
                    </a:lnTo>
                    <a:lnTo>
                      <a:pt x="227" y="46"/>
                    </a:lnTo>
                    <a:lnTo>
                      <a:pt x="52" y="0"/>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2" name="Google Shape;602;p5"/>
              <p:cNvSpPr/>
              <p:nvPr/>
            </p:nvSpPr>
            <p:spPr>
              <a:xfrm flipH="1">
                <a:off x="7252920" y="2201040"/>
                <a:ext cx="323640" cy="156960"/>
              </a:xfrm>
              <a:custGeom>
                <a:rect b="b" l="l" r="r" t="t"/>
                <a:pathLst>
                  <a:path extrusionOk="0" h="66" w="137">
                    <a:moveTo>
                      <a:pt x="9" y="0"/>
                    </a:moveTo>
                    <a:cubicBezTo>
                      <a:pt x="94" y="36"/>
                      <a:pt x="94" y="36"/>
                      <a:pt x="94" y="36"/>
                    </a:cubicBezTo>
                    <a:cubicBezTo>
                      <a:pt x="94" y="36"/>
                      <a:pt x="109" y="30"/>
                      <a:pt x="123" y="29"/>
                    </a:cubicBezTo>
                    <a:cubicBezTo>
                      <a:pt x="137" y="28"/>
                      <a:pt x="132" y="35"/>
                      <a:pt x="125" y="36"/>
                    </a:cubicBezTo>
                    <a:cubicBezTo>
                      <a:pt x="118" y="36"/>
                      <a:pt x="111" y="39"/>
                      <a:pt x="111" y="39"/>
                    </a:cubicBezTo>
                    <a:cubicBezTo>
                      <a:pt x="104" y="66"/>
                      <a:pt x="104" y="66"/>
                      <a:pt x="104" y="66"/>
                    </a:cubicBezTo>
                    <a:cubicBezTo>
                      <a:pt x="89" y="54"/>
                      <a:pt x="89" y="54"/>
                      <a:pt x="89" y="54"/>
                    </a:cubicBezTo>
                    <a:cubicBezTo>
                      <a:pt x="0" y="27"/>
                      <a:pt x="0" y="27"/>
                      <a:pt x="0" y="27"/>
                    </a:cubicBezTo>
                    <a:lnTo>
                      <a:pt x="9" y="0"/>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3" name="Google Shape;603;p5"/>
              <p:cNvSpPr/>
              <p:nvPr/>
            </p:nvSpPr>
            <p:spPr>
              <a:xfrm flipH="1">
                <a:off x="7537680" y="2166120"/>
                <a:ext cx="82080" cy="122040"/>
              </a:xfrm>
              <a:custGeom>
                <a:rect b="b" l="l" r="r" t="t"/>
                <a:pathLst>
                  <a:path extrusionOk="0" h="52" w="35">
                    <a:moveTo>
                      <a:pt x="0" y="44"/>
                    </a:moveTo>
                    <a:cubicBezTo>
                      <a:pt x="21" y="52"/>
                      <a:pt x="21" y="52"/>
                      <a:pt x="21" y="52"/>
                    </a:cubicBezTo>
                    <a:cubicBezTo>
                      <a:pt x="35" y="10"/>
                      <a:pt x="35" y="10"/>
                      <a:pt x="35" y="10"/>
                    </a:cubicBezTo>
                    <a:cubicBezTo>
                      <a:pt x="12" y="0"/>
                      <a:pt x="12" y="0"/>
                      <a:pt x="12" y="0"/>
                    </a:cubicBezTo>
                    <a:cubicBezTo>
                      <a:pt x="9" y="12"/>
                      <a:pt x="4" y="31"/>
                      <a:pt x="0" y="4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604" name="Google Shape;604;p5"/>
            <p:cNvGrpSpPr/>
            <p:nvPr/>
          </p:nvGrpSpPr>
          <p:grpSpPr>
            <a:xfrm>
              <a:off x="5405760" y="665280"/>
              <a:ext cx="326520" cy="328320"/>
              <a:chOff x="5405760" y="665280"/>
              <a:chExt cx="326520" cy="328320"/>
            </a:xfrm>
          </p:grpSpPr>
          <p:sp>
            <p:nvSpPr>
              <p:cNvPr id="605" name="Google Shape;605;p5"/>
              <p:cNvSpPr/>
              <p:nvPr/>
            </p:nvSpPr>
            <p:spPr>
              <a:xfrm>
                <a:off x="5546880" y="8244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6" name="Google Shape;606;p5"/>
              <p:cNvSpPr/>
              <p:nvPr/>
            </p:nvSpPr>
            <p:spPr>
              <a:xfrm>
                <a:off x="5615640" y="82440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7" name="Google Shape;607;p5"/>
              <p:cNvSpPr/>
              <p:nvPr/>
            </p:nvSpPr>
            <p:spPr>
              <a:xfrm>
                <a:off x="5684400" y="824400"/>
                <a:ext cx="4788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8" name="Google Shape;608;p5"/>
              <p:cNvSpPr/>
              <p:nvPr/>
            </p:nvSpPr>
            <p:spPr>
              <a:xfrm>
                <a:off x="5476320" y="824400"/>
                <a:ext cx="4824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09" name="Google Shape;609;p5"/>
              <p:cNvSpPr/>
              <p:nvPr/>
            </p:nvSpPr>
            <p:spPr>
              <a:xfrm>
                <a:off x="5405760" y="8244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10" name="Google Shape;610;p5"/>
              <p:cNvSpPr/>
              <p:nvPr/>
            </p:nvSpPr>
            <p:spPr>
              <a:xfrm>
                <a:off x="5564160" y="80676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11" name="Google Shape;611;p5"/>
              <p:cNvSpPr/>
              <p:nvPr/>
            </p:nvSpPr>
            <p:spPr>
              <a:xfrm>
                <a:off x="5564160" y="876240"/>
                <a:ext cx="1224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12" name="Google Shape;612;p5"/>
              <p:cNvSpPr/>
              <p:nvPr/>
            </p:nvSpPr>
            <p:spPr>
              <a:xfrm>
                <a:off x="5564160" y="94428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13" name="Google Shape;613;p5"/>
              <p:cNvSpPr/>
              <p:nvPr/>
            </p:nvSpPr>
            <p:spPr>
              <a:xfrm>
                <a:off x="5564160" y="73548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14" name="Google Shape;614;p5"/>
              <p:cNvSpPr/>
              <p:nvPr/>
            </p:nvSpPr>
            <p:spPr>
              <a:xfrm>
                <a:off x="5564160" y="66528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535"/>
                                        </p:tgtEl>
                                        <p:attrNameLst>
                                          <p:attrName>style.visibility</p:attrName>
                                        </p:attrNameLst>
                                      </p:cBhvr>
                                      <p:to>
                                        <p:strVal val="visible"/>
                                      </p:to>
                                    </p:set>
                                    <p:anim calcmode="lin" valueType="num">
                                      <p:cBhvr additive="base">
                                        <p:cTn dur="1000"/>
                                        <p:tgtEl>
                                          <p:spTgt spid="53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6"/>
                                        </p:tgtEl>
                                        <p:attrNameLst>
                                          <p:attrName>style.visibility</p:attrName>
                                        </p:attrNameLst>
                                      </p:cBhvr>
                                      <p:to>
                                        <p:strVal val="visible"/>
                                      </p:to>
                                    </p:set>
                                    <p:anim calcmode="lin" valueType="num">
                                      <p:cBhvr additive="base">
                                        <p:cTn dur="1000"/>
                                        <p:tgtEl>
                                          <p:spTgt spid="53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
          <p:cNvSpPr txBox="1"/>
          <p:nvPr>
            <p:ph idx="4294967295" type="title"/>
          </p:nvPr>
        </p:nvSpPr>
        <p:spPr>
          <a:xfrm>
            <a:off x="723960" y="447840"/>
            <a:ext cx="7714800" cy="571320"/>
          </a:xfrm>
          <a:prstGeom prst="rect">
            <a:avLst/>
          </a:prstGeom>
          <a:noFill/>
          <a:ln>
            <a:noFill/>
          </a:ln>
        </p:spPr>
        <p:txBody>
          <a:bodyPr anchorCtr="0" anchor="t" bIns="91425" lIns="91425" spcFirstLastPara="1" rIns="91425" wrap="square" tIns="91425">
            <a:normAutofit fontScale="81242"/>
          </a:bodyPr>
          <a:lstStyle/>
          <a:p>
            <a:pPr indent="0" lvl="0" marL="0" marR="0" rtl="0" algn="ctr">
              <a:lnSpc>
                <a:spcPct val="100000"/>
              </a:lnSpc>
              <a:spcBef>
                <a:spcPts val="0"/>
              </a:spcBef>
              <a:spcAft>
                <a:spcPts val="0"/>
              </a:spcAft>
              <a:buClr>
                <a:schemeClr val="dk1"/>
              </a:buClr>
              <a:buSzPct val="100000"/>
              <a:buFont typeface="Plus Jakarta Sans ExtraBold"/>
              <a:buNone/>
            </a:pPr>
            <a:r>
              <a:rPr b="0" i="0" lang="en" sz="3200" u="none" cap="none" strike="noStrike">
                <a:solidFill>
                  <a:schemeClr val="dk1"/>
                </a:solidFill>
                <a:latin typeface="Plus Jakarta Sans ExtraBold"/>
                <a:ea typeface="Plus Jakarta Sans ExtraBold"/>
                <a:cs typeface="Plus Jakarta Sans ExtraBold"/>
                <a:sym typeface="Plus Jakarta Sans ExtraBold"/>
              </a:rPr>
              <a:t>Hardcoded for simplicity</a:t>
            </a:r>
            <a:endParaRPr b="0" i="0" sz="3200" u="none" cap="none" strike="noStrike">
              <a:solidFill>
                <a:schemeClr val="dk1"/>
              </a:solidFill>
              <a:latin typeface="Arial"/>
              <a:ea typeface="Arial"/>
              <a:cs typeface="Arial"/>
              <a:sym typeface="Arial"/>
            </a:endParaRPr>
          </a:p>
        </p:txBody>
      </p:sp>
      <p:sp>
        <p:nvSpPr>
          <p:cNvPr id="620" name="Google Shape;620;p6"/>
          <p:cNvSpPr txBox="1"/>
          <p:nvPr>
            <p:ph idx="4294967295" type="subTitle"/>
          </p:nvPr>
        </p:nvSpPr>
        <p:spPr>
          <a:xfrm>
            <a:off x="1470225" y="1490850"/>
            <a:ext cx="6411900" cy="21618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chemeClr val="dk1"/>
              </a:buClr>
              <a:buSzPts val="1400"/>
              <a:buFont typeface="Arial"/>
              <a:buNone/>
            </a:pPr>
            <a:r>
              <a:rPr b="0" i="0" lang="en" sz="1800" u="none" cap="none" strike="noStrike">
                <a:solidFill>
                  <a:schemeClr val="dk1"/>
                </a:solidFill>
                <a:latin typeface="DM Sans"/>
                <a:ea typeface="DM Sans"/>
                <a:cs typeface="DM Sans"/>
                <a:sym typeface="DM Sans"/>
              </a:rPr>
              <a:t>For this project, the dataset is hardcoded within the program to simplify the process of demonstrating the machine learning predictions. This allows for straightforward testing and user interaction without the need for complex data loading mechanisms.</a:t>
            </a:r>
            <a:endParaRPr b="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619"/>
                                        </p:tgtEl>
                                        <p:attrNameLst>
                                          <p:attrName>style.visibility</p:attrName>
                                        </p:attrNameLst>
                                      </p:cBhvr>
                                      <p:to>
                                        <p:strVal val="visible"/>
                                      </p:to>
                                    </p:set>
                                    <p:anim calcmode="lin" valueType="num">
                                      <p:cBhvr additive="base">
                                        <p:cTn dur="1000"/>
                                        <p:tgtEl>
                                          <p:spTgt spid="6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20"/>
                                        </p:tgtEl>
                                        <p:attrNameLst>
                                          <p:attrName>style.visibility</p:attrName>
                                        </p:attrNameLst>
                                      </p:cBhvr>
                                      <p:to>
                                        <p:strVal val="visible"/>
                                      </p:to>
                                    </p:set>
                                    <p:anim calcmode="lin" valueType="num">
                                      <p:cBhvr additive="base">
                                        <p:cTn dur="1000"/>
                                        <p:tgtEl>
                                          <p:spTgt spid="62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
          <p:cNvSpPr txBox="1"/>
          <p:nvPr>
            <p:ph idx="4294967295" type="title"/>
          </p:nvPr>
        </p:nvSpPr>
        <p:spPr>
          <a:xfrm>
            <a:off x="4648320" y="3029040"/>
            <a:ext cx="3781080" cy="122832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chemeClr val="dk1"/>
              </a:buClr>
              <a:buSzPts val="3700"/>
              <a:buFont typeface="Plus Jakarta Sans ExtraBold"/>
              <a:buNone/>
            </a:pPr>
            <a:r>
              <a:rPr b="0" i="0" lang="en" sz="3700" u="none" cap="none" strike="noStrike">
                <a:solidFill>
                  <a:schemeClr val="dk1"/>
                </a:solidFill>
                <a:latin typeface="Plus Jakarta Sans ExtraBold"/>
                <a:ea typeface="Plus Jakarta Sans ExtraBold"/>
                <a:cs typeface="Plus Jakarta Sans ExtraBold"/>
                <a:sym typeface="Plus Jakarta Sans ExtraBold"/>
              </a:rPr>
              <a:t>Models</a:t>
            </a:r>
            <a:endParaRPr b="0" i="0" sz="3700" u="none" cap="none" strike="noStrike">
              <a:solidFill>
                <a:schemeClr val="dk1"/>
              </a:solidFill>
              <a:latin typeface="Arial"/>
              <a:ea typeface="Arial"/>
              <a:cs typeface="Arial"/>
              <a:sym typeface="Arial"/>
            </a:endParaRPr>
          </a:p>
        </p:txBody>
      </p:sp>
      <p:sp>
        <p:nvSpPr>
          <p:cNvPr id="626" name="Google Shape;626;p7"/>
          <p:cNvSpPr txBox="1"/>
          <p:nvPr>
            <p:ph idx="4294967295" type="title"/>
          </p:nvPr>
        </p:nvSpPr>
        <p:spPr>
          <a:xfrm>
            <a:off x="4648320" y="2371680"/>
            <a:ext cx="1618920" cy="657000"/>
          </a:xfrm>
          <a:prstGeom prst="rect">
            <a:avLst/>
          </a:prstGeom>
          <a:noFill/>
          <a:ln>
            <a:noFill/>
          </a:ln>
        </p:spPr>
        <p:txBody>
          <a:bodyPr anchorCtr="0" anchor="ctr" bIns="91425" lIns="91425" spcFirstLastPara="1" rIns="91425" wrap="square" tIns="91425">
            <a:normAutofit fontScale="87045"/>
          </a:bodyPr>
          <a:lstStyle/>
          <a:p>
            <a:pPr indent="0" lvl="0" marL="0" marR="0" rtl="0" algn="l">
              <a:lnSpc>
                <a:spcPct val="100000"/>
              </a:lnSpc>
              <a:spcBef>
                <a:spcPts val="0"/>
              </a:spcBef>
              <a:spcAft>
                <a:spcPts val="0"/>
              </a:spcAft>
              <a:buClr>
                <a:schemeClr val="dk1"/>
              </a:buClr>
              <a:buSzPct val="100000"/>
              <a:buFont typeface="Plus Jakarta Sans ExtraBold"/>
              <a:buNone/>
            </a:pPr>
            <a:r>
              <a:rPr b="0" i="0" lang="en" sz="3700" u="none" cap="none" strike="noStrike">
                <a:solidFill>
                  <a:schemeClr val="dk1"/>
                </a:solidFill>
                <a:latin typeface="Plus Jakarta Sans ExtraBold"/>
                <a:ea typeface="Plus Jakarta Sans ExtraBold"/>
                <a:cs typeface="Plus Jakarta Sans ExtraBold"/>
                <a:sym typeface="Plus Jakarta Sans ExtraBold"/>
              </a:rPr>
              <a:t>02</a:t>
            </a:r>
            <a:endParaRPr b="0" i="0" sz="3700" u="none" cap="none" strike="noStrike">
              <a:solidFill>
                <a:schemeClr val="dk1"/>
              </a:solidFill>
              <a:latin typeface="Arial"/>
              <a:ea typeface="Arial"/>
              <a:cs typeface="Arial"/>
              <a:sym typeface="Arial"/>
            </a:endParaRPr>
          </a:p>
        </p:txBody>
      </p:sp>
      <p:sp>
        <p:nvSpPr>
          <p:cNvPr id="627" name="Google Shape;627;p7"/>
          <p:cNvSpPr txBox="1"/>
          <p:nvPr>
            <p:ph idx="4294967295" type="subTitle"/>
          </p:nvPr>
        </p:nvSpPr>
        <p:spPr>
          <a:xfrm>
            <a:off x="4648320" y="4105440"/>
            <a:ext cx="3781080" cy="475920"/>
          </a:xfrm>
          <a:prstGeom prst="rect">
            <a:avLst/>
          </a:prstGeom>
          <a:noFill/>
          <a:ln>
            <a:noFill/>
          </a:ln>
        </p:spPr>
        <p:txBody>
          <a:bodyPr anchorCtr="0" anchor="ctr" bIns="91425" lIns="91425" spcFirstLastPara="1" rIns="91425" wrap="square" tIns="91425">
            <a:normAutofit/>
          </a:bodyPr>
          <a:lstStyle/>
          <a:p>
            <a:pPr indent="0" lvl="0" marL="22860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DM Sans"/>
              <a:ea typeface="DM Sans"/>
              <a:cs typeface="DM Sans"/>
              <a:sym typeface="DM Sans"/>
            </a:endParaRPr>
          </a:p>
        </p:txBody>
      </p:sp>
      <p:grpSp>
        <p:nvGrpSpPr>
          <p:cNvPr id="628" name="Google Shape;628;p7"/>
          <p:cNvGrpSpPr/>
          <p:nvPr/>
        </p:nvGrpSpPr>
        <p:grpSpPr>
          <a:xfrm>
            <a:off x="5102640" y="1183320"/>
            <a:ext cx="326520" cy="328320"/>
            <a:chOff x="5102640" y="1183320"/>
            <a:chExt cx="326520" cy="328320"/>
          </a:xfrm>
        </p:grpSpPr>
        <p:sp>
          <p:nvSpPr>
            <p:cNvPr id="629" name="Google Shape;629;p7"/>
            <p:cNvSpPr/>
            <p:nvPr/>
          </p:nvSpPr>
          <p:spPr>
            <a:xfrm>
              <a:off x="5243760" y="13424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0" name="Google Shape;630;p7"/>
            <p:cNvSpPr/>
            <p:nvPr/>
          </p:nvSpPr>
          <p:spPr>
            <a:xfrm>
              <a:off x="5312520" y="134244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1" name="Google Shape;631;p7"/>
            <p:cNvSpPr/>
            <p:nvPr/>
          </p:nvSpPr>
          <p:spPr>
            <a:xfrm>
              <a:off x="5381280" y="1342440"/>
              <a:ext cx="4788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2" name="Google Shape;632;p7"/>
            <p:cNvSpPr/>
            <p:nvPr/>
          </p:nvSpPr>
          <p:spPr>
            <a:xfrm>
              <a:off x="5173200" y="1342440"/>
              <a:ext cx="4824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3" name="Google Shape;633;p7"/>
            <p:cNvSpPr/>
            <p:nvPr/>
          </p:nvSpPr>
          <p:spPr>
            <a:xfrm>
              <a:off x="5102640" y="13424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4" name="Google Shape;634;p7"/>
            <p:cNvSpPr/>
            <p:nvPr/>
          </p:nvSpPr>
          <p:spPr>
            <a:xfrm>
              <a:off x="5261040" y="132480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5" name="Google Shape;635;p7"/>
            <p:cNvSpPr/>
            <p:nvPr/>
          </p:nvSpPr>
          <p:spPr>
            <a:xfrm>
              <a:off x="5261040" y="1394280"/>
              <a:ext cx="1224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6" name="Google Shape;636;p7"/>
            <p:cNvSpPr/>
            <p:nvPr/>
          </p:nvSpPr>
          <p:spPr>
            <a:xfrm>
              <a:off x="5261040" y="14623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7" name="Google Shape;637;p7"/>
            <p:cNvSpPr/>
            <p:nvPr/>
          </p:nvSpPr>
          <p:spPr>
            <a:xfrm>
              <a:off x="5261040" y="12535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38" name="Google Shape;638;p7"/>
            <p:cNvSpPr/>
            <p:nvPr/>
          </p:nvSpPr>
          <p:spPr>
            <a:xfrm>
              <a:off x="5261040" y="118332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639" name="Google Shape;639;p7"/>
          <p:cNvGrpSpPr/>
          <p:nvPr/>
        </p:nvGrpSpPr>
        <p:grpSpPr>
          <a:xfrm>
            <a:off x="592200" y="539640"/>
            <a:ext cx="3810600" cy="3237480"/>
            <a:chOff x="592200" y="539640"/>
            <a:chExt cx="3810600" cy="3237480"/>
          </a:xfrm>
        </p:grpSpPr>
        <p:grpSp>
          <p:nvGrpSpPr>
            <p:cNvPr id="640" name="Google Shape;640;p7"/>
            <p:cNvGrpSpPr/>
            <p:nvPr/>
          </p:nvGrpSpPr>
          <p:grpSpPr>
            <a:xfrm>
              <a:off x="703800" y="539640"/>
              <a:ext cx="3444480" cy="3237480"/>
              <a:chOff x="703800" y="539640"/>
              <a:chExt cx="3444480" cy="3237480"/>
            </a:xfrm>
          </p:grpSpPr>
          <p:sp>
            <p:nvSpPr>
              <p:cNvPr id="641" name="Google Shape;641;p7"/>
              <p:cNvSpPr/>
              <p:nvPr/>
            </p:nvSpPr>
            <p:spPr>
              <a:xfrm flipH="1">
                <a:off x="2124000" y="539640"/>
                <a:ext cx="2024280" cy="3237480"/>
              </a:xfrm>
              <a:custGeom>
                <a:rect b="b" l="l" r="r" t="t"/>
                <a:pathLst>
                  <a:path extrusionOk="0" h="931" w="637">
                    <a:moveTo>
                      <a:pt x="584" y="931"/>
                    </a:moveTo>
                    <a:cubicBezTo>
                      <a:pt x="0" y="931"/>
                      <a:pt x="0" y="931"/>
                      <a:pt x="0" y="931"/>
                    </a:cubicBezTo>
                    <a:cubicBezTo>
                      <a:pt x="0" y="319"/>
                      <a:pt x="0" y="319"/>
                      <a:pt x="0" y="319"/>
                    </a:cubicBezTo>
                    <a:cubicBezTo>
                      <a:pt x="0" y="143"/>
                      <a:pt x="142" y="0"/>
                      <a:pt x="318" y="0"/>
                    </a:cubicBezTo>
                    <a:cubicBezTo>
                      <a:pt x="318" y="0"/>
                      <a:pt x="318" y="0"/>
                      <a:pt x="318" y="0"/>
                    </a:cubicBezTo>
                    <a:cubicBezTo>
                      <a:pt x="494" y="0"/>
                      <a:pt x="637" y="143"/>
                      <a:pt x="637" y="319"/>
                    </a:cubicBezTo>
                    <a:cubicBezTo>
                      <a:pt x="637" y="879"/>
                      <a:pt x="637" y="879"/>
                      <a:pt x="637" y="879"/>
                    </a:cubicBezTo>
                    <a:cubicBezTo>
                      <a:pt x="637" y="907"/>
                      <a:pt x="613" y="931"/>
                      <a:pt x="584" y="93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42" name="Google Shape;642;p7"/>
              <p:cNvSpPr/>
              <p:nvPr/>
            </p:nvSpPr>
            <p:spPr>
              <a:xfrm flipH="1">
                <a:off x="703800" y="539640"/>
                <a:ext cx="2024280" cy="3237480"/>
              </a:xfrm>
              <a:custGeom>
                <a:rect b="b" l="l" r="r" t="t"/>
                <a:pathLst>
                  <a:path extrusionOk="0" h="931" w="637">
                    <a:moveTo>
                      <a:pt x="584" y="931"/>
                    </a:moveTo>
                    <a:cubicBezTo>
                      <a:pt x="0" y="931"/>
                      <a:pt x="0" y="931"/>
                      <a:pt x="0" y="931"/>
                    </a:cubicBezTo>
                    <a:cubicBezTo>
                      <a:pt x="0" y="319"/>
                      <a:pt x="0" y="319"/>
                      <a:pt x="0" y="319"/>
                    </a:cubicBezTo>
                    <a:cubicBezTo>
                      <a:pt x="0" y="143"/>
                      <a:pt x="142" y="0"/>
                      <a:pt x="318" y="0"/>
                    </a:cubicBezTo>
                    <a:cubicBezTo>
                      <a:pt x="318" y="0"/>
                      <a:pt x="318" y="0"/>
                      <a:pt x="318" y="0"/>
                    </a:cubicBezTo>
                    <a:cubicBezTo>
                      <a:pt x="494" y="0"/>
                      <a:pt x="637" y="143"/>
                      <a:pt x="637" y="319"/>
                    </a:cubicBezTo>
                    <a:cubicBezTo>
                      <a:pt x="637" y="879"/>
                      <a:pt x="637" y="879"/>
                      <a:pt x="637" y="879"/>
                    </a:cubicBezTo>
                    <a:cubicBezTo>
                      <a:pt x="637" y="907"/>
                      <a:pt x="613" y="931"/>
                      <a:pt x="584" y="93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643" name="Google Shape;643;p7"/>
            <p:cNvGrpSpPr/>
            <p:nvPr/>
          </p:nvGrpSpPr>
          <p:grpSpPr>
            <a:xfrm>
              <a:off x="1639440" y="1274040"/>
              <a:ext cx="2230920" cy="2223720"/>
              <a:chOff x="1639440" y="1274040"/>
              <a:chExt cx="2230920" cy="2223720"/>
            </a:xfrm>
          </p:grpSpPr>
          <p:sp>
            <p:nvSpPr>
              <p:cNvPr id="644" name="Google Shape;644;p7"/>
              <p:cNvSpPr/>
              <p:nvPr/>
            </p:nvSpPr>
            <p:spPr>
              <a:xfrm>
                <a:off x="2010240" y="1954440"/>
                <a:ext cx="73800" cy="74880"/>
              </a:xfrm>
              <a:prstGeom prst="rect">
                <a:avLst/>
              </a:prstGeom>
              <a:solidFill>
                <a:srgbClr val="FFFFFF"/>
              </a:solidFill>
              <a:ln>
                <a:noFill/>
              </a:ln>
            </p:spPr>
            <p:txBody>
              <a:bodyPr anchorCtr="0" anchor="t" bIns="37425" lIns="91425" spcFirstLastPara="1" rIns="91425" wrap="square" tIns="37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45" name="Google Shape;645;p7"/>
              <p:cNvSpPr/>
              <p:nvPr/>
            </p:nvSpPr>
            <p:spPr>
              <a:xfrm>
                <a:off x="2991960" y="1954440"/>
                <a:ext cx="73800" cy="74880"/>
              </a:xfrm>
              <a:prstGeom prst="rect">
                <a:avLst/>
              </a:prstGeom>
              <a:solidFill>
                <a:srgbClr val="FFFFFF"/>
              </a:solidFill>
              <a:ln>
                <a:noFill/>
              </a:ln>
            </p:spPr>
            <p:txBody>
              <a:bodyPr anchorCtr="0" anchor="t" bIns="37425" lIns="91425" spcFirstLastPara="1" rIns="91425" wrap="square" tIns="37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46" name="Google Shape;646;p7"/>
              <p:cNvSpPr/>
              <p:nvPr/>
            </p:nvSpPr>
            <p:spPr>
              <a:xfrm>
                <a:off x="2452680" y="2845080"/>
                <a:ext cx="602280" cy="652680"/>
              </a:xfrm>
              <a:custGeom>
                <a:rect b="b" l="l" r="r" t="t"/>
                <a:pathLst>
                  <a:path extrusionOk="0" h="546" w="504">
                    <a:moveTo>
                      <a:pt x="504" y="546"/>
                    </a:moveTo>
                    <a:lnTo>
                      <a:pt x="0" y="546"/>
                    </a:lnTo>
                    <a:lnTo>
                      <a:pt x="95" y="0"/>
                    </a:lnTo>
                    <a:lnTo>
                      <a:pt x="411" y="0"/>
                    </a:lnTo>
                    <a:lnTo>
                      <a:pt x="504" y="54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47" name="Google Shape;647;p7"/>
              <p:cNvSpPr/>
              <p:nvPr/>
            </p:nvSpPr>
            <p:spPr>
              <a:xfrm>
                <a:off x="1639440" y="1274040"/>
                <a:ext cx="2230920" cy="1591200"/>
              </a:xfrm>
              <a:custGeom>
                <a:rect b="b" l="l" r="r" t="t"/>
                <a:pathLst>
                  <a:path extrusionOk="0" h="685" w="963">
                    <a:moveTo>
                      <a:pt x="937" y="685"/>
                    </a:moveTo>
                    <a:cubicBezTo>
                      <a:pt x="26" y="685"/>
                      <a:pt x="26" y="685"/>
                      <a:pt x="26" y="685"/>
                    </a:cubicBezTo>
                    <a:cubicBezTo>
                      <a:pt x="11" y="685"/>
                      <a:pt x="0" y="673"/>
                      <a:pt x="0" y="659"/>
                    </a:cubicBezTo>
                    <a:cubicBezTo>
                      <a:pt x="0" y="26"/>
                      <a:pt x="0" y="26"/>
                      <a:pt x="0" y="26"/>
                    </a:cubicBezTo>
                    <a:cubicBezTo>
                      <a:pt x="0" y="12"/>
                      <a:pt x="11" y="0"/>
                      <a:pt x="26" y="0"/>
                    </a:cubicBezTo>
                    <a:cubicBezTo>
                      <a:pt x="937" y="0"/>
                      <a:pt x="937" y="0"/>
                      <a:pt x="937" y="0"/>
                    </a:cubicBezTo>
                    <a:cubicBezTo>
                      <a:pt x="951" y="0"/>
                      <a:pt x="963" y="12"/>
                      <a:pt x="963" y="26"/>
                    </a:cubicBezTo>
                    <a:cubicBezTo>
                      <a:pt x="963" y="659"/>
                      <a:pt x="963" y="659"/>
                      <a:pt x="963" y="659"/>
                    </a:cubicBezTo>
                    <a:cubicBezTo>
                      <a:pt x="963" y="673"/>
                      <a:pt x="951" y="685"/>
                      <a:pt x="937" y="68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48" name="Google Shape;648;p7"/>
              <p:cNvSpPr/>
              <p:nvPr/>
            </p:nvSpPr>
            <p:spPr>
              <a:xfrm>
                <a:off x="1720800" y="1355400"/>
                <a:ext cx="2066040" cy="142848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49" name="Google Shape;649;p7"/>
              <p:cNvSpPr/>
              <p:nvPr/>
            </p:nvSpPr>
            <p:spPr>
              <a:xfrm>
                <a:off x="3282480" y="1461960"/>
                <a:ext cx="506520" cy="898920"/>
              </a:xfrm>
              <a:custGeom>
                <a:rect b="b" l="l" r="r" t="t"/>
                <a:pathLst>
                  <a:path extrusionOk="0" h="387" w="219">
                    <a:moveTo>
                      <a:pt x="219" y="387"/>
                    </a:moveTo>
                    <a:cubicBezTo>
                      <a:pt x="14" y="387"/>
                      <a:pt x="14" y="387"/>
                      <a:pt x="14" y="387"/>
                    </a:cubicBezTo>
                    <a:cubicBezTo>
                      <a:pt x="6" y="387"/>
                      <a:pt x="0" y="380"/>
                      <a:pt x="0" y="373"/>
                    </a:cubicBezTo>
                    <a:cubicBezTo>
                      <a:pt x="0" y="0"/>
                      <a:pt x="0" y="0"/>
                      <a:pt x="0" y="0"/>
                    </a:cubicBezTo>
                    <a:cubicBezTo>
                      <a:pt x="219" y="0"/>
                      <a:pt x="219" y="0"/>
                      <a:pt x="219" y="0"/>
                    </a:cubicBezTo>
                    <a:lnTo>
                      <a:pt x="219" y="387"/>
                    </a:lnTo>
                    <a:close/>
                  </a:path>
                </a:pathLst>
              </a:custGeom>
              <a:solidFill>
                <a:srgbClr val="B5B5B5">
                  <a:alpha val="3372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0" name="Google Shape;650;p7"/>
              <p:cNvSpPr/>
              <p:nvPr/>
            </p:nvSpPr>
            <p:spPr>
              <a:xfrm>
                <a:off x="1720800" y="1355400"/>
                <a:ext cx="237600" cy="1189440"/>
              </a:xfrm>
              <a:prstGeom prst="rect">
                <a:avLst/>
              </a:prstGeom>
              <a:solidFill>
                <a:srgbClr val="B5B5B5">
                  <a:alpha val="3372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1" name="Google Shape;651;p7"/>
              <p:cNvSpPr/>
              <p:nvPr/>
            </p:nvSpPr>
            <p:spPr>
              <a:xfrm>
                <a:off x="1720800" y="1355400"/>
                <a:ext cx="2066040" cy="1062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2" name="Google Shape;652;p7"/>
              <p:cNvSpPr/>
              <p:nvPr/>
            </p:nvSpPr>
            <p:spPr>
              <a:xfrm>
                <a:off x="3354120" y="1571760"/>
                <a:ext cx="360720" cy="361800"/>
              </a:xfrm>
              <a:prstGeom prst="ellipse">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3" name="Google Shape;653;p7"/>
              <p:cNvSpPr/>
              <p:nvPr/>
            </p:nvSpPr>
            <p:spPr>
              <a:xfrm>
                <a:off x="3354120" y="2111040"/>
                <a:ext cx="69120" cy="69120"/>
              </a:xfrm>
              <a:prstGeom prst="ellipse">
                <a:avLst/>
              </a:prstGeom>
              <a:solidFill>
                <a:schemeClr val="dk1"/>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4" name="Google Shape;654;p7"/>
              <p:cNvSpPr/>
              <p:nvPr/>
            </p:nvSpPr>
            <p:spPr>
              <a:xfrm>
                <a:off x="3450960" y="2111040"/>
                <a:ext cx="69120" cy="69120"/>
              </a:xfrm>
              <a:prstGeom prst="ellipse">
                <a:avLst/>
              </a:prstGeom>
              <a:solidFill>
                <a:schemeClr val="dk1"/>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5" name="Google Shape;655;p7"/>
              <p:cNvSpPr/>
              <p:nvPr/>
            </p:nvSpPr>
            <p:spPr>
              <a:xfrm>
                <a:off x="3549240" y="2111040"/>
                <a:ext cx="69120" cy="69120"/>
              </a:xfrm>
              <a:prstGeom prst="ellipse">
                <a:avLst/>
              </a:prstGeom>
              <a:solidFill>
                <a:schemeClr val="accent1"/>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6" name="Google Shape;656;p7"/>
              <p:cNvSpPr/>
              <p:nvPr/>
            </p:nvSpPr>
            <p:spPr>
              <a:xfrm>
                <a:off x="3648240" y="2111040"/>
                <a:ext cx="69120" cy="69120"/>
              </a:xfrm>
              <a:prstGeom prst="ellipse">
                <a:avLst/>
              </a:prstGeom>
              <a:solidFill>
                <a:schemeClr val="accent4"/>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7" name="Google Shape;657;p7"/>
              <p:cNvSpPr/>
              <p:nvPr/>
            </p:nvSpPr>
            <p:spPr>
              <a:xfrm>
                <a:off x="3354120" y="2207880"/>
                <a:ext cx="69120" cy="69120"/>
              </a:xfrm>
              <a:prstGeom prst="ellipse">
                <a:avLst/>
              </a:pr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8" name="Google Shape;658;p7"/>
              <p:cNvSpPr/>
              <p:nvPr/>
            </p:nvSpPr>
            <p:spPr>
              <a:xfrm>
                <a:off x="3450960" y="2207880"/>
                <a:ext cx="69120" cy="69120"/>
              </a:xfrm>
              <a:prstGeom prst="ellipse">
                <a:avLst/>
              </a:prstGeom>
              <a:solidFill>
                <a:schemeClr val="dk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59" name="Google Shape;659;p7"/>
              <p:cNvSpPr/>
              <p:nvPr/>
            </p:nvSpPr>
            <p:spPr>
              <a:xfrm>
                <a:off x="3549240" y="2207880"/>
                <a:ext cx="69120" cy="69120"/>
              </a:xfrm>
              <a:prstGeom prst="ellipse">
                <a:avLst/>
              </a:prstGeom>
              <a:solidFill>
                <a:schemeClr val="accen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0" name="Google Shape;660;p7"/>
              <p:cNvSpPr/>
              <p:nvPr/>
            </p:nvSpPr>
            <p:spPr>
              <a:xfrm>
                <a:off x="3648240" y="2207880"/>
                <a:ext cx="69120" cy="69120"/>
              </a:xfrm>
              <a:prstGeom prst="ellipse">
                <a:avLst/>
              </a:prstGeom>
              <a:solidFill>
                <a:schemeClr val="accent6"/>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1" name="Google Shape;661;p7"/>
              <p:cNvSpPr/>
              <p:nvPr/>
            </p:nvSpPr>
            <p:spPr>
              <a:xfrm>
                <a:off x="2388240" y="1810800"/>
                <a:ext cx="733680" cy="226800"/>
              </a:xfrm>
              <a:custGeom>
                <a:rect b="b" l="l" r="r" t="t"/>
                <a:pathLst>
                  <a:path extrusionOk="0" h="98" w="317">
                    <a:moveTo>
                      <a:pt x="317" y="98"/>
                    </a:moveTo>
                    <a:cubicBezTo>
                      <a:pt x="0" y="98"/>
                      <a:pt x="0" y="98"/>
                      <a:pt x="0" y="98"/>
                    </a:cubicBezTo>
                    <a:cubicBezTo>
                      <a:pt x="0" y="0"/>
                      <a:pt x="0" y="0"/>
                      <a:pt x="0" y="0"/>
                    </a:cubicBezTo>
                    <a:cubicBezTo>
                      <a:pt x="269" y="0"/>
                      <a:pt x="269" y="0"/>
                      <a:pt x="269" y="0"/>
                    </a:cubicBezTo>
                    <a:cubicBezTo>
                      <a:pt x="295" y="0"/>
                      <a:pt x="317" y="22"/>
                      <a:pt x="317" y="48"/>
                    </a:cubicBezTo>
                    <a:lnTo>
                      <a:pt x="317" y="9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2" name="Google Shape;662;p7"/>
              <p:cNvSpPr/>
              <p:nvPr/>
            </p:nvSpPr>
            <p:spPr>
              <a:xfrm>
                <a:off x="2267280" y="2038320"/>
                <a:ext cx="157320" cy="238680"/>
              </a:xfrm>
              <a:custGeom>
                <a:rect b="b" l="l" r="r" t="t"/>
                <a:pathLst>
                  <a:path extrusionOk="0" h="200" w="132">
                    <a:moveTo>
                      <a:pt x="132" y="0"/>
                    </a:moveTo>
                    <a:lnTo>
                      <a:pt x="116" y="0"/>
                    </a:lnTo>
                    <a:lnTo>
                      <a:pt x="0" y="200"/>
                    </a:lnTo>
                    <a:lnTo>
                      <a:pt x="15"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3" name="Google Shape;663;p7"/>
              <p:cNvSpPr/>
              <p:nvPr/>
            </p:nvSpPr>
            <p:spPr>
              <a:xfrm>
                <a:off x="2464560" y="2038320"/>
                <a:ext cx="156240" cy="238680"/>
              </a:xfrm>
              <a:custGeom>
                <a:rect b="b" l="l" r="r" t="t"/>
                <a:pathLst>
                  <a:path extrusionOk="0" h="200" w="131">
                    <a:moveTo>
                      <a:pt x="131" y="0"/>
                    </a:moveTo>
                    <a:lnTo>
                      <a:pt x="116" y="0"/>
                    </a:lnTo>
                    <a:lnTo>
                      <a:pt x="0" y="200"/>
                    </a:lnTo>
                    <a:lnTo>
                      <a:pt x="15" y="200"/>
                    </a:lnTo>
                    <a:lnTo>
                      <a:pt x="131"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4" name="Google Shape;664;p7"/>
              <p:cNvSpPr/>
              <p:nvPr/>
            </p:nvSpPr>
            <p:spPr>
              <a:xfrm>
                <a:off x="2306880" y="2038320"/>
                <a:ext cx="157320" cy="238680"/>
              </a:xfrm>
              <a:custGeom>
                <a:rect b="b" l="l" r="r" t="t"/>
                <a:pathLst>
                  <a:path extrusionOk="0" h="200" w="132">
                    <a:moveTo>
                      <a:pt x="132" y="0"/>
                    </a:moveTo>
                    <a:lnTo>
                      <a:pt x="116" y="0"/>
                    </a:lnTo>
                    <a:lnTo>
                      <a:pt x="0" y="200"/>
                    </a:lnTo>
                    <a:lnTo>
                      <a:pt x="15"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5" name="Google Shape;665;p7"/>
              <p:cNvSpPr/>
              <p:nvPr/>
            </p:nvSpPr>
            <p:spPr>
              <a:xfrm>
                <a:off x="2425320" y="2038320"/>
                <a:ext cx="156240" cy="238680"/>
              </a:xfrm>
              <a:custGeom>
                <a:rect b="b" l="l" r="r" t="t"/>
                <a:pathLst>
                  <a:path extrusionOk="0" h="200" w="131">
                    <a:moveTo>
                      <a:pt x="131" y="0"/>
                    </a:moveTo>
                    <a:lnTo>
                      <a:pt x="116" y="0"/>
                    </a:lnTo>
                    <a:lnTo>
                      <a:pt x="0" y="200"/>
                    </a:lnTo>
                    <a:lnTo>
                      <a:pt x="15" y="200"/>
                    </a:lnTo>
                    <a:lnTo>
                      <a:pt x="131"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6" name="Google Shape;666;p7"/>
              <p:cNvSpPr/>
              <p:nvPr/>
            </p:nvSpPr>
            <p:spPr>
              <a:xfrm>
                <a:off x="2385720" y="2038320"/>
                <a:ext cx="156240" cy="238680"/>
              </a:xfrm>
              <a:custGeom>
                <a:rect b="b" l="l" r="r" t="t"/>
                <a:pathLst>
                  <a:path extrusionOk="0" h="200" w="131">
                    <a:moveTo>
                      <a:pt x="131" y="0"/>
                    </a:moveTo>
                    <a:lnTo>
                      <a:pt x="116" y="0"/>
                    </a:lnTo>
                    <a:lnTo>
                      <a:pt x="0" y="200"/>
                    </a:lnTo>
                    <a:lnTo>
                      <a:pt x="15" y="200"/>
                    </a:lnTo>
                    <a:lnTo>
                      <a:pt x="131"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7" name="Google Shape;667;p7"/>
              <p:cNvSpPr/>
              <p:nvPr/>
            </p:nvSpPr>
            <p:spPr>
              <a:xfrm>
                <a:off x="2346120" y="2038320"/>
                <a:ext cx="157320" cy="238680"/>
              </a:xfrm>
              <a:custGeom>
                <a:rect b="b" l="l" r="r" t="t"/>
                <a:pathLst>
                  <a:path extrusionOk="0" h="200" w="132">
                    <a:moveTo>
                      <a:pt x="132" y="0"/>
                    </a:moveTo>
                    <a:lnTo>
                      <a:pt x="116" y="0"/>
                    </a:lnTo>
                    <a:lnTo>
                      <a:pt x="0" y="200"/>
                    </a:lnTo>
                    <a:lnTo>
                      <a:pt x="15"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8" name="Google Shape;668;p7"/>
              <p:cNvSpPr/>
              <p:nvPr/>
            </p:nvSpPr>
            <p:spPr>
              <a:xfrm>
                <a:off x="2248200" y="2038320"/>
                <a:ext cx="137160" cy="232920"/>
              </a:xfrm>
              <a:custGeom>
                <a:rect b="b" l="l" r="r" t="t"/>
                <a:pathLst>
                  <a:path extrusionOk="0" h="195" w="115">
                    <a:moveTo>
                      <a:pt x="115" y="0"/>
                    </a:moveTo>
                    <a:lnTo>
                      <a:pt x="99" y="0"/>
                    </a:lnTo>
                    <a:lnTo>
                      <a:pt x="0" y="169"/>
                    </a:lnTo>
                    <a:lnTo>
                      <a:pt x="0" y="195"/>
                    </a:lnTo>
                    <a:lnTo>
                      <a:pt x="115"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69" name="Google Shape;669;p7"/>
              <p:cNvSpPr/>
              <p:nvPr/>
            </p:nvSpPr>
            <p:spPr>
              <a:xfrm>
                <a:off x="2248200" y="2038320"/>
                <a:ext cx="18720" cy="30600"/>
              </a:xfrm>
              <a:custGeom>
                <a:rect b="b" l="l" r="r" t="t"/>
                <a:pathLst>
                  <a:path extrusionOk="0" h="26" w="16">
                    <a:moveTo>
                      <a:pt x="0" y="0"/>
                    </a:moveTo>
                    <a:lnTo>
                      <a:pt x="0" y="26"/>
                    </a:lnTo>
                    <a:lnTo>
                      <a:pt x="16" y="0"/>
                    </a:lnTo>
                    <a:lnTo>
                      <a:pt x="0" y="0"/>
                    </a:lnTo>
                    <a:close/>
                  </a:path>
                </a:pathLst>
              </a:custGeom>
              <a:solidFill>
                <a:schemeClr val="lt2"/>
              </a:solidFill>
              <a:ln>
                <a:noFill/>
              </a:ln>
            </p:spPr>
            <p:txBody>
              <a:bodyPr anchorCtr="0" anchor="t" bIns="15475" lIns="91425" spcFirstLastPara="1" rIns="91425" wrap="square" tIns="15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0" name="Google Shape;670;p7"/>
              <p:cNvSpPr/>
              <p:nvPr/>
            </p:nvSpPr>
            <p:spPr>
              <a:xfrm>
                <a:off x="2248200" y="2038320"/>
                <a:ext cx="58320" cy="97560"/>
              </a:xfrm>
              <a:custGeom>
                <a:rect b="b" l="l" r="r" t="t"/>
                <a:pathLst>
                  <a:path extrusionOk="0" h="82" w="49">
                    <a:moveTo>
                      <a:pt x="49" y="0"/>
                    </a:moveTo>
                    <a:lnTo>
                      <a:pt x="33" y="0"/>
                    </a:lnTo>
                    <a:lnTo>
                      <a:pt x="0" y="57"/>
                    </a:lnTo>
                    <a:lnTo>
                      <a:pt x="0" y="82"/>
                    </a:lnTo>
                    <a:lnTo>
                      <a:pt x="4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1" name="Google Shape;671;p7"/>
              <p:cNvSpPr/>
              <p:nvPr/>
            </p:nvSpPr>
            <p:spPr>
              <a:xfrm>
                <a:off x="2248200" y="2038320"/>
                <a:ext cx="97560" cy="164520"/>
              </a:xfrm>
              <a:custGeom>
                <a:rect b="b" l="l" r="r" t="t"/>
                <a:pathLst>
                  <a:path extrusionOk="0" h="138" w="82">
                    <a:moveTo>
                      <a:pt x="82" y="0"/>
                    </a:moveTo>
                    <a:lnTo>
                      <a:pt x="66" y="0"/>
                    </a:lnTo>
                    <a:lnTo>
                      <a:pt x="0" y="113"/>
                    </a:lnTo>
                    <a:lnTo>
                      <a:pt x="0" y="138"/>
                    </a:lnTo>
                    <a:lnTo>
                      <a:pt x="8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2" name="Google Shape;672;p7"/>
              <p:cNvSpPr/>
              <p:nvPr/>
            </p:nvSpPr>
            <p:spPr>
              <a:xfrm>
                <a:off x="2895120" y="2237760"/>
                <a:ext cx="22320" cy="39240"/>
              </a:xfrm>
              <a:custGeom>
                <a:rect b="b" l="l" r="r" t="t"/>
                <a:pathLst>
                  <a:path extrusionOk="0" h="33" w="19">
                    <a:moveTo>
                      <a:pt x="19" y="28"/>
                    </a:moveTo>
                    <a:lnTo>
                      <a:pt x="19" y="0"/>
                    </a:lnTo>
                    <a:lnTo>
                      <a:pt x="0" y="33"/>
                    </a:lnTo>
                    <a:lnTo>
                      <a:pt x="16" y="33"/>
                    </a:lnTo>
                    <a:lnTo>
                      <a:pt x="19" y="28"/>
                    </a:lnTo>
                    <a:close/>
                  </a:path>
                </a:pathLst>
              </a:custGeom>
              <a:solidFill>
                <a:schemeClr val="lt2"/>
              </a:solidFill>
              <a:ln>
                <a:noFill/>
              </a:ln>
            </p:spPr>
            <p:txBody>
              <a:bodyPr anchorCtr="0" anchor="t" bIns="19800" lIns="91425" spcFirstLastPara="1" rIns="91425" wrap="square" tIns="198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3" name="Google Shape;673;p7"/>
              <p:cNvSpPr/>
              <p:nvPr/>
            </p:nvSpPr>
            <p:spPr>
              <a:xfrm>
                <a:off x="2739600" y="2038320"/>
                <a:ext cx="155160" cy="238680"/>
              </a:xfrm>
              <a:custGeom>
                <a:rect b="b" l="l" r="r" t="t"/>
                <a:pathLst>
                  <a:path extrusionOk="0" h="200" w="130">
                    <a:moveTo>
                      <a:pt x="130" y="0"/>
                    </a:moveTo>
                    <a:lnTo>
                      <a:pt x="116" y="0"/>
                    </a:lnTo>
                    <a:lnTo>
                      <a:pt x="0" y="200"/>
                    </a:lnTo>
                    <a:lnTo>
                      <a:pt x="14" y="200"/>
                    </a:lnTo>
                    <a:lnTo>
                      <a:pt x="13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4" name="Google Shape;674;p7"/>
              <p:cNvSpPr/>
              <p:nvPr/>
            </p:nvSpPr>
            <p:spPr>
              <a:xfrm>
                <a:off x="2504160" y="2038320"/>
                <a:ext cx="156240" cy="238680"/>
              </a:xfrm>
              <a:custGeom>
                <a:rect b="b" l="l" r="r" t="t"/>
                <a:pathLst>
                  <a:path extrusionOk="0" h="200" w="131">
                    <a:moveTo>
                      <a:pt x="131" y="0"/>
                    </a:moveTo>
                    <a:lnTo>
                      <a:pt x="116" y="0"/>
                    </a:lnTo>
                    <a:lnTo>
                      <a:pt x="0" y="200"/>
                    </a:lnTo>
                    <a:lnTo>
                      <a:pt x="15" y="200"/>
                    </a:lnTo>
                    <a:lnTo>
                      <a:pt x="131"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5" name="Google Shape;675;p7"/>
              <p:cNvSpPr/>
              <p:nvPr/>
            </p:nvSpPr>
            <p:spPr>
              <a:xfrm>
                <a:off x="2700000" y="2038320"/>
                <a:ext cx="155160" cy="238680"/>
              </a:xfrm>
              <a:custGeom>
                <a:rect b="b" l="l" r="r" t="t"/>
                <a:pathLst>
                  <a:path extrusionOk="0" h="200" w="130">
                    <a:moveTo>
                      <a:pt x="130" y="0"/>
                    </a:moveTo>
                    <a:lnTo>
                      <a:pt x="117" y="0"/>
                    </a:lnTo>
                    <a:lnTo>
                      <a:pt x="0" y="200"/>
                    </a:lnTo>
                    <a:lnTo>
                      <a:pt x="14" y="200"/>
                    </a:lnTo>
                    <a:lnTo>
                      <a:pt x="13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6" name="Google Shape;676;p7"/>
              <p:cNvSpPr/>
              <p:nvPr/>
            </p:nvSpPr>
            <p:spPr>
              <a:xfrm>
                <a:off x="2816280" y="2103840"/>
                <a:ext cx="101160" cy="173160"/>
              </a:xfrm>
              <a:custGeom>
                <a:rect b="b" l="l" r="r" t="t"/>
                <a:pathLst>
                  <a:path extrusionOk="0" h="145" w="85">
                    <a:moveTo>
                      <a:pt x="85" y="27"/>
                    </a:moveTo>
                    <a:lnTo>
                      <a:pt x="85" y="0"/>
                    </a:lnTo>
                    <a:lnTo>
                      <a:pt x="0" y="145"/>
                    </a:lnTo>
                    <a:lnTo>
                      <a:pt x="16" y="145"/>
                    </a:lnTo>
                    <a:lnTo>
                      <a:pt x="85" y="2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7" name="Google Shape;677;p7"/>
              <p:cNvSpPr/>
              <p:nvPr/>
            </p:nvSpPr>
            <p:spPr>
              <a:xfrm>
                <a:off x="2855520" y="2170800"/>
                <a:ext cx="61920" cy="106200"/>
              </a:xfrm>
              <a:custGeom>
                <a:rect b="b" l="l" r="r" t="t"/>
                <a:pathLst>
                  <a:path extrusionOk="0" h="89" w="52">
                    <a:moveTo>
                      <a:pt x="52" y="27"/>
                    </a:moveTo>
                    <a:lnTo>
                      <a:pt x="52" y="0"/>
                    </a:lnTo>
                    <a:lnTo>
                      <a:pt x="0" y="89"/>
                    </a:lnTo>
                    <a:lnTo>
                      <a:pt x="16" y="89"/>
                    </a:lnTo>
                    <a:lnTo>
                      <a:pt x="52" y="2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8" name="Google Shape;678;p7"/>
              <p:cNvSpPr/>
              <p:nvPr/>
            </p:nvSpPr>
            <p:spPr>
              <a:xfrm>
                <a:off x="2776680" y="2038320"/>
                <a:ext cx="140760" cy="238680"/>
              </a:xfrm>
              <a:custGeom>
                <a:rect b="b" l="l" r="r" t="t"/>
                <a:pathLst>
                  <a:path extrusionOk="0" h="200" w="118">
                    <a:moveTo>
                      <a:pt x="118" y="26"/>
                    </a:moveTo>
                    <a:lnTo>
                      <a:pt x="118" y="0"/>
                    </a:lnTo>
                    <a:lnTo>
                      <a:pt x="118" y="0"/>
                    </a:lnTo>
                    <a:lnTo>
                      <a:pt x="0" y="200"/>
                    </a:lnTo>
                    <a:lnTo>
                      <a:pt x="16" y="200"/>
                    </a:lnTo>
                    <a:lnTo>
                      <a:pt x="118" y="2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79" name="Google Shape;679;p7"/>
              <p:cNvSpPr/>
              <p:nvPr/>
            </p:nvSpPr>
            <p:spPr>
              <a:xfrm>
                <a:off x="2542320" y="2038320"/>
                <a:ext cx="157320" cy="238680"/>
              </a:xfrm>
              <a:custGeom>
                <a:rect b="b" l="l" r="r" t="t"/>
                <a:pathLst>
                  <a:path extrusionOk="0" h="200" w="132">
                    <a:moveTo>
                      <a:pt x="132" y="0"/>
                    </a:moveTo>
                    <a:lnTo>
                      <a:pt x="117" y="0"/>
                    </a:lnTo>
                    <a:lnTo>
                      <a:pt x="0" y="200"/>
                    </a:lnTo>
                    <a:lnTo>
                      <a:pt x="16"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0" name="Google Shape;680;p7"/>
              <p:cNvSpPr/>
              <p:nvPr/>
            </p:nvSpPr>
            <p:spPr>
              <a:xfrm>
                <a:off x="2660760" y="2038320"/>
                <a:ext cx="157320" cy="238680"/>
              </a:xfrm>
              <a:custGeom>
                <a:rect b="b" l="l" r="r" t="t"/>
                <a:pathLst>
                  <a:path extrusionOk="0" h="200" w="132">
                    <a:moveTo>
                      <a:pt x="132" y="0"/>
                    </a:moveTo>
                    <a:lnTo>
                      <a:pt x="117" y="0"/>
                    </a:lnTo>
                    <a:lnTo>
                      <a:pt x="0" y="200"/>
                    </a:lnTo>
                    <a:lnTo>
                      <a:pt x="14"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1" name="Google Shape;681;p7"/>
              <p:cNvSpPr/>
              <p:nvPr/>
            </p:nvSpPr>
            <p:spPr>
              <a:xfrm>
                <a:off x="2581920" y="2038320"/>
                <a:ext cx="157320" cy="238680"/>
              </a:xfrm>
              <a:custGeom>
                <a:rect b="b" l="l" r="r" t="t"/>
                <a:pathLst>
                  <a:path extrusionOk="0" h="200" w="132">
                    <a:moveTo>
                      <a:pt x="132" y="0"/>
                    </a:moveTo>
                    <a:lnTo>
                      <a:pt x="117" y="0"/>
                    </a:lnTo>
                    <a:lnTo>
                      <a:pt x="0" y="200"/>
                    </a:lnTo>
                    <a:lnTo>
                      <a:pt x="16"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2" name="Google Shape;682;p7"/>
              <p:cNvSpPr/>
              <p:nvPr/>
            </p:nvSpPr>
            <p:spPr>
              <a:xfrm>
                <a:off x="2621160" y="2038320"/>
                <a:ext cx="157320" cy="238680"/>
              </a:xfrm>
              <a:custGeom>
                <a:rect b="b" l="l" r="r" t="t"/>
                <a:pathLst>
                  <a:path extrusionOk="0" h="200" w="132">
                    <a:moveTo>
                      <a:pt x="132" y="0"/>
                    </a:moveTo>
                    <a:lnTo>
                      <a:pt x="117" y="0"/>
                    </a:lnTo>
                    <a:lnTo>
                      <a:pt x="0" y="200"/>
                    </a:lnTo>
                    <a:lnTo>
                      <a:pt x="16" y="200"/>
                    </a:lnTo>
                    <a:lnTo>
                      <a:pt x="132"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3" name="Google Shape;683;p7"/>
              <p:cNvSpPr/>
              <p:nvPr/>
            </p:nvSpPr>
            <p:spPr>
              <a:xfrm>
                <a:off x="2334240" y="2326320"/>
                <a:ext cx="48600" cy="48600"/>
              </a:xfrm>
              <a:custGeom>
                <a:rect b="b" l="l" r="r" t="t"/>
                <a:pathLst>
                  <a:path extrusionOk="0" h="21" w="21">
                    <a:moveTo>
                      <a:pt x="19" y="10"/>
                    </a:moveTo>
                    <a:cubicBezTo>
                      <a:pt x="18" y="10"/>
                      <a:pt x="18" y="10"/>
                      <a:pt x="18" y="10"/>
                    </a:cubicBezTo>
                    <a:cubicBezTo>
                      <a:pt x="18" y="14"/>
                      <a:pt x="15" y="18"/>
                      <a:pt x="10" y="18"/>
                    </a:cubicBezTo>
                    <a:cubicBezTo>
                      <a:pt x="6" y="18"/>
                      <a:pt x="3" y="14"/>
                      <a:pt x="3" y="10"/>
                    </a:cubicBezTo>
                    <a:cubicBezTo>
                      <a:pt x="3" y="6"/>
                      <a:pt x="6" y="3"/>
                      <a:pt x="10" y="3"/>
                    </a:cubicBezTo>
                    <a:cubicBezTo>
                      <a:pt x="15" y="3"/>
                      <a:pt x="18" y="6"/>
                      <a:pt x="18" y="10"/>
                    </a:cubicBezTo>
                    <a:cubicBezTo>
                      <a:pt x="19" y="10"/>
                      <a:pt x="19" y="10"/>
                      <a:pt x="19" y="10"/>
                    </a:cubicBezTo>
                    <a:cubicBezTo>
                      <a:pt x="21" y="10"/>
                      <a:pt x="21" y="10"/>
                      <a:pt x="21" y="10"/>
                    </a:cubicBezTo>
                    <a:cubicBezTo>
                      <a:pt x="21" y="4"/>
                      <a:pt x="16" y="0"/>
                      <a:pt x="10" y="0"/>
                    </a:cubicBezTo>
                    <a:cubicBezTo>
                      <a:pt x="5" y="0"/>
                      <a:pt x="0" y="4"/>
                      <a:pt x="0" y="10"/>
                    </a:cubicBezTo>
                    <a:cubicBezTo>
                      <a:pt x="0" y="16"/>
                      <a:pt x="5" y="21"/>
                      <a:pt x="10" y="21"/>
                    </a:cubicBezTo>
                    <a:cubicBezTo>
                      <a:pt x="16" y="21"/>
                      <a:pt x="21" y="16"/>
                      <a:pt x="21" y="10"/>
                    </a:cubicBezTo>
                    <a:lnTo>
                      <a:pt x="19"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4" name="Google Shape;684;p7"/>
              <p:cNvSpPr/>
              <p:nvPr/>
            </p:nvSpPr>
            <p:spPr>
              <a:xfrm>
                <a:off x="2418120" y="2326320"/>
                <a:ext cx="48600" cy="48600"/>
              </a:xfrm>
              <a:custGeom>
                <a:rect b="b" l="l" r="r" t="t"/>
                <a:pathLst>
                  <a:path extrusionOk="0" h="21" w="21">
                    <a:moveTo>
                      <a:pt x="20" y="10"/>
                    </a:moveTo>
                    <a:cubicBezTo>
                      <a:pt x="18" y="10"/>
                      <a:pt x="18" y="10"/>
                      <a:pt x="18" y="10"/>
                    </a:cubicBezTo>
                    <a:cubicBezTo>
                      <a:pt x="18" y="14"/>
                      <a:pt x="15" y="18"/>
                      <a:pt x="11" y="18"/>
                    </a:cubicBezTo>
                    <a:cubicBezTo>
                      <a:pt x="7" y="18"/>
                      <a:pt x="3" y="14"/>
                      <a:pt x="3" y="10"/>
                    </a:cubicBezTo>
                    <a:cubicBezTo>
                      <a:pt x="3" y="6"/>
                      <a:pt x="7" y="3"/>
                      <a:pt x="11" y="3"/>
                    </a:cubicBezTo>
                    <a:cubicBezTo>
                      <a:pt x="15" y="3"/>
                      <a:pt x="18" y="6"/>
                      <a:pt x="18" y="10"/>
                    </a:cubicBezTo>
                    <a:cubicBezTo>
                      <a:pt x="20" y="10"/>
                      <a:pt x="20" y="10"/>
                      <a:pt x="20" y="10"/>
                    </a:cubicBezTo>
                    <a:cubicBezTo>
                      <a:pt x="21" y="10"/>
                      <a:pt x="21" y="10"/>
                      <a:pt x="21" y="10"/>
                    </a:cubicBezTo>
                    <a:cubicBezTo>
                      <a:pt x="21" y="4"/>
                      <a:pt x="17" y="0"/>
                      <a:pt x="11" y="0"/>
                    </a:cubicBezTo>
                    <a:cubicBezTo>
                      <a:pt x="5" y="0"/>
                      <a:pt x="0" y="4"/>
                      <a:pt x="0" y="10"/>
                    </a:cubicBezTo>
                    <a:cubicBezTo>
                      <a:pt x="0" y="16"/>
                      <a:pt x="5" y="21"/>
                      <a:pt x="11" y="21"/>
                    </a:cubicBezTo>
                    <a:cubicBezTo>
                      <a:pt x="17" y="21"/>
                      <a:pt x="21" y="16"/>
                      <a:pt x="21" y="10"/>
                    </a:cubicBezTo>
                    <a:lnTo>
                      <a:pt x="20"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5" name="Google Shape;685;p7"/>
              <p:cNvSpPr/>
              <p:nvPr/>
            </p:nvSpPr>
            <p:spPr>
              <a:xfrm>
                <a:off x="2501640" y="2326320"/>
                <a:ext cx="50040" cy="48600"/>
              </a:xfrm>
              <a:custGeom>
                <a:rect b="b" l="l" r="r" t="t"/>
                <a:pathLst>
                  <a:path extrusionOk="0" h="21" w="22">
                    <a:moveTo>
                      <a:pt x="20" y="10"/>
                    </a:moveTo>
                    <a:cubicBezTo>
                      <a:pt x="18" y="10"/>
                      <a:pt x="18" y="10"/>
                      <a:pt x="18" y="10"/>
                    </a:cubicBezTo>
                    <a:cubicBezTo>
                      <a:pt x="18" y="14"/>
                      <a:pt x="15" y="18"/>
                      <a:pt x="11" y="18"/>
                    </a:cubicBezTo>
                    <a:cubicBezTo>
                      <a:pt x="7" y="18"/>
                      <a:pt x="4" y="14"/>
                      <a:pt x="4" y="10"/>
                    </a:cubicBezTo>
                    <a:cubicBezTo>
                      <a:pt x="4" y="6"/>
                      <a:pt x="7" y="3"/>
                      <a:pt x="11" y="3"/>
                    </a:cubicBezTo>
                    <a:cubicBezTo>
                      <a:pt x="15" y="3"/>
                      <a:pt x="18" y="6"/>
                      <a:pt x="18" y="10"/>
                    </a:cubicBezTo>
                    <a:cubicBezTo>
                      <a:pt x="20" y="10"/>
                      <a:pt x="20" y="10"/>
                      <a:pt x="20" y="10"/>
                    </a:cubicBezTo>
                    <a:cubicBezTo>
                      <a:pt x="22" y="10"/>
                      <a:pt x="22" y="10"/>
                      <a:pt x="22" y="10"/>
                    </a:cubicBezTo>
                    <a:cubicBezTo>
                      <a:pt x="22" y="4"/>
                      <a:pt x="17" y="0"/>
                      <a:pt x="11" y="0"/>
                    </a:cubicBezTo>
                    <a:cubicBezTo>
                      <a:pt x="5" y="0"/>
                      <a:pt x="0" y="4"/>
                      <a:pt x="0" y="10"/>
                    </a:cubicBezTo>
                    <a:cubicBezTo>
                      <a:pt x="0" y="16"/>
                      <a:pt x="5" y="21"/>
                      <a:pt x="11" y="21"/>
                    </a:cubicBezTo>
                    <a:cubicBezTo>
                      <a:pt x="17" y="21"/>
                      <a:pt x="22" y="16"/>
                      <a:pt x="22" y="10"/>
                    </a:cubicBezTo>
                    <a:lnTo>
                      <a:pt x="20"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6" name="Google Shape;686;p7"/>
              <p:cNvSpPr/>
              <p:nvPr/>
            </p:nvSpPr>
            <p:spPr>
              <a:xfrm>
                <a:off x="2586600" y="2326320"/>
                <a:ext cx="48600" cy="48600"/>
              </a:xfrm>
              <a:custGeom>
                <a:rect b="b" l="l" r="r" t="t"/>
                <a:pathLst>
                  <a:path extrusionOk="0" h="21" w="21">
                    <a:moveTo>
                      <a:pt x="19" y="10"/>
                    </a:moveTo>
                    <a:cubicBezTo>
                      <a:pt x="18" y="10"/>
                      <a:pt x="18" y="10"/>
                      <a:pt x="18" y="10"/>
                    </a:cubicBezTo>
                    <a:cubicBezTo>
                      <a:pt x="18" y="14"/>
                      <a:pt x="14" y="18"/>
                      <a:pt x="10" y="18"/>
                    </a:cubicBezTo>
                    <a:cubicBezTo>
                      <a:pt x="6" y="18"/>
                      <a:pt x="3" y="14"/>
                      <a:pt x="3" y="10"/>
                    </a:cubicBezTo>
                    <a:cubicBezTo>
                      <a:pt x="3" y="6"/>
                      <a:pt x="6" y="3"/>
                      <a:pt x="10" y="3"/>
                    </a:cubicBezTo>
                    <a:cubicBezTo>
                      <a:pt x="14" y="3"/>
                      <a:pt x="18" y="6"/>
                      <a:pt x="18" y="10"/>
                    </a:cubicBezTo>
                    <a:cubicBezTo>
                      <a:pt x="19" y="10"/>
                      <a:pt x="19" y="10"/>
                      <a:pt x="19" y="10"/>
                    </a:cubicBezTo>
                    <a:cubicBezTo>
                      <a:pt x="21" y="10"/>
                      <a:pt x="21" y="10"/>
                      <a:pt x="21" y="10"/>
                    </a:cubicBezTo>
                    <a:cubicBezTo>
                      <a:pt x="21" y="4"/>
                      <a:pt x="16" y="0"/>
                      <a:pt x="10" y="0"/>
                    </a:cubicBezTo>
                    <a:cubicBezTo>
                      <a:pt x="5" y="0"/>
                      <a:pt x="0" y="4"/>
                      <a:pt x="0" y="10"/>
                    </a:cubicBezTo>
                    <a:cubicBezTo>
                      <a:pt x="0" y="16"/>
                      <a:pt x="5" y="21"/>
                      <a:pt x="10" y="21"/>
                    </a:cubicBezTo>
                    <a:cubicBezTo>
                      <a:pt x="16" y="21"/>
                      <a:pt x="21" y="16"/>
                      <a:pt x="21" y="10"/>
                    </a:cubicBezTo>
                    <a:lnTo>
                      <a:pt x="19"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7" name="Google Shape;687;p7"/>
              <p:cNvSpPr/>
              <p:nvPr/>
            </p:nvSpPr>
            <p:spPr>
              <a:xfrm>
                <a:off x="2670120" y="2326320"/>
                <a:ext cx="48600" cy="48600"/>
              </a:xfrm>
              <a:custGeom>
                <a:rect b="b" l="l" r="r" t="t"/>
                <a:pathLst>
                  <a:path extrusionOk="0" h="21" w="21">
                    <a:moveTo>
                      <a:pt x="20" y="10"/>
                    </a:moveTo>
                    <a:cubicBezTo>
                      <a:pt x="18" y="10"/>
                      <a:pt x="18" y="10"/>
                      <a:pt x="18" y="10"/>
                    </a:cubicBezTo>
                    <a:cubicBezTo>
                      <a:pt x="18" y="14"/>
                      <a:pt x="15" y="18"/>
                      <a:pt x="11" y="18"/>
                    </a:cubicBezTo>
                    <a:cubicBezTo>
                      <a:pt x="7" y="18"/>
                      <a:pt x="3" y="14"/>
                      <a:pt x="3" y="10"/>
                    </a:cubicBezTo>
                    <a:cubicBezTo>
                      <a:pt x="3" y="6"/>
                      <a:pt x="7" y="3"/>
                      <a:pt x="11" y="3"/>
                    </a:cubicBezTo>
                    <a:cubicBezTo>
                      <a:pt x="15" y="3"/>
                      <a:pt x="18" y="6"/>
                      <a:pt x="18" y="10"/>
                    </a:cubicBezTo>
                    <a:cubicBezTo>
                      <a:pt x="20" y="10"/>
                      <a:pt x="20" y="10"/>
                      <a:pt x="20" y="10"/>
                    </a:cubicBezTo>
                    <a:cubicBezTo>
                      <a:pt x="21" y="10"/>
                      <a:pt x="21" y="10"/>
                      <a:pt x="21" y="10"/>
                    </a:cubicBezTo>
                    <a:cubicBezTo>
                      <a:pt x="21" y="4"/>
                      <a:pt x="16" y="0"/>
                      <a:pt x="11" y="0"/>
                    </a:cubicBezTo>
                    <a:cubicBezTo>
                      <a:pt x="5" y="0"/>
                      <a:pt x="0" y="4"/>
                      <a:pt x="0" y="10"/>
                    </a:cubicBezTo>
                    <a:cubicBezTo>
                      <a:pt x="0" y="16"/>
                      <a:pt x="5" y="21"/>
                      <a:pt x="11" y="21"/>
                    </a:cubicBezTo>
                    <a:cubicBezTo>
                      <a:pt x="16" y="21"/>
                      <a:pt x="21" y="16"/>
                      <a:pt x="21" y="10"/>
                    </a:cubicBezTo>
                    <a:lnTo>
                      <a:pt x="20"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8" name="Google Shape;688;p7"/>
              <p:cNvSpPr/>
              <p:nvPr/>
            </p:nvSpPr>
            <p:spPr>
              <a:xfrm>
                <a:off x="2754000" y="2326320"/>
                <a:ext cx="50040" cy="48600"/>
              </a:xfrm>
              <a:custGeom>
                <a:rect b="b" l="l" r="r" t="t"/>
                <a:pathLst>
                  <a:path extrusionOk="0" h="21" w="22">
                    <a:moveTo>
                      <a:pt x="20" y="10"/>
                    </a:moveTo>
                    <a:cubicBezTo>
                      <a:pt x="18" y="10"/>
                      <a:pt x="18" y="10"/>
                      <a:pt x="18" y="10"/>
                    </a:cubicBezTo>
                    <a:cubicBezTo>
                      <a:pt x="18" y="14"/>
                      <a:pt x="15" y="18"/>
                      <a:pt x="11" y="18"/>
                    </a:cubicBezTo>
                    <a:cubicBezTo>
                      <a:pt x="7" y="18"/>
                      <a:pt x="4" y="14"/>
                      <a:pt x="4" y="10"/>
                    </a:cubicBezTo>
                    <a:cubicBezTo>
                      <a:pt x="4" y="6"/>
                      <a:pt x="7" y="3"/>
                      <a:pt x="11" y="3"/>
                    </a:cubicBezTo>
                    <a:cubicBezTo>
                      <a:pt x="15" y="3"/>
                      <a:pt x="18" y="6"/>
                      <a:pt x="18" y="10"/>
                    </a:cubicBezTo>
                    <a:cubicBezTo>
                      <a:pt x="20" y="10"/>
                      <a:pt x="20" y="10"/>
                      <a:pt x="20" y="10"/>
                    </a:cubicBezTo>
                    <a:cubicBezTo>
                      <a:pt x="22" y="10"/>
                      <a:pt x="22" y="10"/>
                      <a:pt x="22" y="10"/>
                    </a:cubicBezTo>
                    <a:cubicBezTo>
                      <a:pt x="22" y="4"/>
                      <a:pt x="17" y="0"/>
                      <a:pt x="11" y="0"/>
                    </a:cubicBezTo>
                    <a:cubicBezTo>
                      <a:pt x="5" y="0"/>
                      <a:pt x="0" y="4"/>
                      <a:pt x="0" y="10"/>
                    </a:cubicBezTo>
                    <a:cubicBezTo>
                      <a:pt x="0" y="16"/>
                      <a:pt x="5" y="21"/>
                      <a:pt x="11" y="21"/>
                    </a:cubicBezTo>
                    <a:cubicBezTo>
                      <a:pt x="17" y="21"/>
                      <a:pt x="22" y="16"/>
                      <a:pt x="22" y="10"/>
                    </a:cubicBezTo>
                    <a:lnTo>
                      <a:pt x="20" y="10"/>
                    </a:lnTo>
                    <a:close/>
                  </a:path>
                </a:pathLst>
              </a:custGeom>
              <a:solidFill>
                <a:schemeClr val="lt2"/>
              </a:solidFill>
              <a:ln>
                <a:noFill/>
              </a:ln>
            </p:spPr>
            <p:txBody>
              <a:bodyPr anchorCtr="0" anchor="t" bIns="24475" lIns="91425" spcFirstLastPara="1" rIns="91425" wrap="square" tIns="24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89" name="Google Shape;689;p7"/>
              <p:cNvSpPr/>
              <p:nvPr/>
            </p:nvSpPr>
            <p:spPr>
              <a:xfrm>
                <a:off x="2742120" y="2038320"/>
                <a:ext cx="382320" cy="381240"/>
              </a:xfrm>
              <a:custGeom>
                <a:rect b="b" l="l" r="r" t="t"/>
                <a:pathLst>
                  <a:path extrusionOk="0" h="164" w="165">
                    <a:moveTo>
                      <a:pt x="165" y="164"/>
                    </a:moveTo>
                    <a:cubicBezTo>
                      <a:pt x="165" y="0"/>
                      <a:pt x="165" y="0"/>
                      <a:pt x="165" y="0"/>
                    </a:cubicBezTo>
                    <a:cubicBezTo>
                      <a:pt x="0" y="0"/>
                      <a:pt x="0" y="0"/>
                      <a:pt x="0" y="0"/>
                    </a:cubicBezTo>
                    <a:cubicBezTo>
                      <a:pt x="0" y="91"/>
                      <a:pt x="74" y="164"/>
                      <a:pt x="165" y="16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0" name="Google Shape;690;p7"/>
              <p:cNvSpPr/>
              <p:nvPr/>
            </p:nvSpPr>
            <p:spPr>
              <a:xfrm>
                <a:off x="2042640" y="1399680"/>
                <a:ext cx="24012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1" name="Google Shape;691;p7"/>
              <p:cNvSpPr/>
              <p:nvPr/>
            </p:nvSpPr>
            <p:spPr>
              <a:xfrm>
                <a:off x="2371320" y="1399680"/>
                <a:ext cx="24120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2" name="Google Shape;692;p7"/>
              <p:cNvSpPr/>
              <p:nvPr/>
            </p:nvSpPr>
            <p:spPr>
              <a:xfrm>
                <a:off x="2700000" y="1399680"/>
                <a:ext cx="24120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3" name="Google Shape;693;p7"/>
              <p:cNvSpPr/>
              <p:nvPr/>
            </p:nvSpPr>
            <p:spPr>
              <a:xfrm>
                <a:off x="3029040" y="1399680"/>
                <a:ext cx="24120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4" name="Google Shape;694;p7"/>
              <p:cNvSpPr/>
              <p:nvPr/>
            </p:nvSpPr>
            <p:spPr>
              <a:xfrm>
                <a:off x="3359160" y="1399680"/>
                <a:ext cx="240120" cy="17640"/>
              </a:xfrm>
              <a:custGeom>
                <a:rect b="b" l="l" r="r" t="t"/>
                <a:pathLst>
                  <a:path extrusionOk="0" h="8" w="104">
                    <a:moveTo>
                      <a:pt x="100" y="8"/>
                    </a:moveTo>
                    <a:cubicBezTo>
                      <a:pt x="4" y="8"/>
                      <a:pt x="4" y="8"/>
                      <a:pt x="4" y="8"/>
                    </a:cubicBezTo>
                    <a:cubicBezTo>
                      <a:pt x="2" y="8"/>
                      <a:pt x="0" y="6"/>
                      <a:pt x="0" y="4"/>
                    </a:cubicBezTo>
                    <a:cubicBezTo>
                      <a:pt x="0" y="2"/>
                      <a:pt x="2" y="0"/>
                      <a:pt x="4" y="0"/>
                    </a:cubicBezTo>
                    <a:cubicBezTo>
                      <a:pt x="100" y="0"/>
                      <a:pt x="100" y="0"/>
                      <a:pt x="100" y="0"/>
                    </a:cubicBezTo>
                    <a:cubicBezTo>
                      <a:pt x="103" y="0"/>
                      <a:pt x="104" y="2"/>
                      <a:pt x="104" y="4"/>
                    </a:cubicBezTo>
                    <a:cubicBezTo>
                      <a:pt x="104" y="6"/>
                      <a:pt x="103" y="8"/>
                      <a:pt x="100" y="8"/>
                    </a:cubicBezTo>
                    <a:close/>
                  </a:path>
                </a:pathLst>
              </a:custGeom>
              <a:solidFill>
                <a:schemeClr val="lt1"/>
              </a:solidFill>
              <a:ln>
                <a:noFill/>
              </a:ln>
            </p:spPr>
            <p:txBody>
              <a:bodyPr anchorCtr="0" anchor="t" bIns="9000" lIns="91425" spcFirstLastPara="1" rIns="91425" wrap="square" tIns="90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5" name="Google Shape;695;p7"/>
              <p:cNvSpPr/>
              <p:nvPr/>
            </p:nvSpPr>
            <p:spPr>
              <a:xfrm>
                <a:off x="1768680" y="1399680"/>
                <a:ext cx="18720" cy="17640"/>
              </a:xfrm>
              <a:prstGeom prst="ellipse">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6" name="Google Shape;696;p7"/>
              <p:cNvSpPr/>
              <p:nvPr/>
            </p:nvSpPr>
            <p:spPr>
              <a:xfrm>
                <a:off x="1840320" y="1399680"/>
                <a:ext cx="18720" cy="17640"/>
              </a:xfrm>
              <a:prstGeom prst="ellipse">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7" name="Google Shape;697;p7"/>
              <p:cNvSpPr/>
              <p:nvPr/>
            </p:nvSpPr>
            <p:spPr>
              <a:xfrm>
                <a:off x="1912320" y="1399680"/>
                <a:ext cx="18720" cy="17640"/>
              </a:xfrm>
              <a:prstGeom prst="ellipse">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8" name="Google Shape;698;p7"/>
              <p:cNvSpPr/>
              <p:nvPr/>
            </p:nvSpPr>
            <p:spPr>
              <a:xfrm>
                <a:off x="3333600" y="2695680"/>
                <a:ext cx="196920" cy="88200"/>
              </a:xfrm>
              <a:custGeom>
                <a:rect b="b" l="l" r="r" t="t"/>
                <a:pathLst>
                  <a:path extrusionOk="0" h="38" w="85">
                    <a:moveTo>
                      <a:pt x="85" y="38"/>
                    </a:moveTo>
                    <a:cubicBezTo>
                      <a:pt x="0" y="38"/>
                      <a:pt x="0" y="38"/>
                      <a:pt x="0" y="38"/>
                    </a:cubicBezTo>
                    <a:cubicBezTo>
                      <a:pt x="11" y="8"/>
                      <a:pt x="11" y="8"/>
                      <a:pt x="11" y="8"/>
                    </a:cubicBezTo>
                    <a:cubicBezTo>
                      <a:pt x="13" y="3"/>
                      <a:pt x="18" y="0"/>
                      <a:pt x="23" y="0"/>
                    </a:cubicBezTo>
                    <a:cubicBezTo>
                      <a:pt x="80" y="0"/>
                      <a:pt x="80" y="0"/>
                      <a:pt x="80" y="0"/>
                    </a:cubicBezTo>
                    <a:cubicBezTo>
                      <a:pt x="83" y="0"/>
                      <a:pt x="85" y="2"/>
                      <a:pt x="85" y="4"/>
                    </a:cubicBezTo>
                    <a:lnTo>
                      <a:pt x="85" y="38"/>
                    </a:lnTo>
                    <a:close/>
                  </a:path>
                </a:pathLst>
              </a:custGeom>
              <a:solidFill>
                <a:schemeClr val="accent1"/>
              </a:solidFill>
              <a:ln>
                <a:noFill/>
              </a:ln>
            </p:spPr>
            <p:txBody>
              <a:bodyPr anchorCtr="0" anchor="t" bIns="44275" lIns="91425" spcFirstLastPara="1" rIns="91425" wrap="square" tIns="44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699" name="Google Shape;699;p7"/>
              <p:cNvSpPr/>
              <p:nvPr/>
            </p:nvSpPr>
            <p:spPr>
              <a:xfrm>
                <a:off x="3440520" y="2695680"/>
                <a:ext cx="196920" cy="88200"/>
              </a:xfrm>
              <a:custGeom>
                <a:rect b="b" l="l" r="r" t="t"/>
                <a:pathLst>
                  <a:path extrusionOk="0" h="38" w="85">
                    <a:moveTo>
                      <a:pt x="85" y="38"/>
                    </a:moveTo>
                    <a:cubicBezTo>
                      <a:pt x="0" y="38"/>
                      <a:pt x="0" y="38"/>
                      <a:pt x="0" y="38"/>
                    </a:cubicBezTo>
                    <a:cubicBezTo>
                      <a:pt x="11" y="8"/>
                      <a:pt x="11" y="8"/>
                      <a:pt x="11" y="8"/>
                    </a:cubicBezTo>
                    <a:cubicBezTo>
                      <a:pt x="13" y="3"/>
                      <a:pt x="18" y="0"/>
                      <a:pt x="23" y="0"/>
                    </a:cubicBezTo>
                    <a:cubicBezTo>
                      <a:pt x="80" y="0"/>
                      <a:pt x="80" y="0"/>
                      <a:pt x="80" y="0"/>
                    </a:cubicBezTo>
                    <a:cubicBezTo>
                      <a:pt x="83" y="0"/>
                      <a:pt x="85" y="2"/>
                      <a:pt x="85" y="4"/>
                    </a:cubicBezTo>
                    <a:lnTo>
                      <a:pt x="85" y="38"/>
                    </a:lnTo>
                    <a:close/>
                  </a:path>
                </a:pathLst>
              </a:custGeom>
              <a:solidFill>
                <a:schemeClr val="accent3"/>
              </a:solidFill>
              <a:ln>
                <a:noFill/>
              </a:ln>
            </p:spPr>
            <p:txBody>
              <a:bodyPr anchorCtr="0" anchor="t" bIns="44275" lIns="91425" spcFirstLastPara="1" rIns="91425" wrap="square" tIns="44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700" name="Google Shape;700;p7"/>
            <p:cNvGrpSpPr/>
            <p:nvPr/>
          </p:nvGrpSpPr>
          <p:grpSpPr>
            <a:xfrm>
              <a:off x="1461240" y="1706400"/>
              <a:ext cx="884160" cy="1798560"/>
              <a:chOff x="1461240" y="1706400"/>
              <a:chExt cx="884160" cy="1798560"/>
            </a:xfrm>
          </p:grpSpPr>
          <p:sp>
            <p:nvSpPr>
              <p:cNvPr id="701" name="Google Shape;701;p7"/>
              <p:cNvSpPr/>
              <p:nvPr/>
            </p:nvSpPr>
            <p:spPr>
              <a:xfrm flipH="1">
                <a:off x="1948320" y="3254400"/>
                <a:ext cx="231480" cy="244080"/>
              </a:xfrm>
              <a:custGeom>
                <a:rect b="b" l="l" r="r" t="t"/>
                <a:pathLst>
                  <a:path extrusionOk="0" h="103" w="98">
                    <a:moveTo>
                      <a:pt x="63" y="0"/>
                    </a:moveTo>
                    <a:cubicBezTo>
                      <a:pt x="63" y="0"/>
                      <a:pt x="68" y="57"/>
                      <a:pt x="66" y="66"/>
                    </a:cubicBezTo>
                    <a:cubicBezTo>
                      <a:pt x="64" y="74"/>
                      <a:pt x="2" y="87"/>
                      <a:pt x="1" y="96"/>
                    </a:cubicBezTo>
                    <a:cubicBezTo>
                      <a:pt x="0" y="103"/>
                      <a:pt x="57" y="102"/>
                      <a:pt x="89" y="99"/>
                    </a:cubicBezTo>
                    <a:cubicBezTo>
                      <a:pt x="94" y="98"/>
                      <a:pt x="98" y="93"/>
                      <a:pt x="96" y="89"/>
                    </a:cubicBezTo>
                    <a:cubicBezTo>
                      <a:pt x="94" y="80"/>
                      <a:pt x="90" y="66"/>
                      <a:pt x="90" y="58"/>
                    </a:cubicBezTo>
                    <a:cubicBezTo>
                      <a:pt x="90" y="45"/>
                      <a:pt x="94" y="0"/>
                      <a:pt x="94" y="0"/>
                    </a:cubicBezTo>
                    <a:lnTo>
                      <a:pt x="63" y="0"/>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2" name="Google Shape;702;p7"/>
              <p:cNvSpPr/>
              <p:nvPr/>
            </p:nvSpPr>
            <p:spPr>
              <a:xfrm flipH="1">
                <a:off x="1948320" y="3422520"/>
                <a:ext cx="231480" cy="75960"/>
              </a:xfrm>
              <a:custGeom>
                <a:rect b="b" l="l" r="r" t="t"/>
                <a:pathLst>
                  <a:path extrusionOk="0" h="32" w="98">
                    <a:moveTo>
                      <a:pt x="89" y="28"/>
                    </a:moveTo>
                    <a:cubicBezTo>
                      <a:pt x="94" y="27"/>
                      <a:pt x="98" y="22"/>
                      <a:pt x="96" y="18"/>
                    </a:cubicBezTo>
                    <a:cubicBezTo>
                      <a:pt x="95" y="13"/>
                      <a:pt x="93" y="8"/>
                      <a:pt x="92" y="2"/>
                    </a:cubicBezTo>
                    <a:cubicBezTo>
                      <a:pt x="75" y="5"/>
                      <a:pt x="65" y="2"/>
                      <a:pt x="59" y="0"/>
                    </a:cubicBezTo>
                    <a:cubicBezTo>
                      <a:pt x="43" y="8"/>
                      <a:pt x="2" y="18"/>
                      <a:pt x="1" y="25"/>
                    </a:cubicBezTo>
                    <a:cubicBezTo>
                      <a:pt x="0" y="32"/>
                      <a:pt x="57" y="31"/>
                      <a:pt x="89" y="28"/>
                    </a:cubicBezTo>
                    <a:close/>
                  </a:path>
                </a:pathLst>
              </a:custGeom>
              <a:solidFill>
                <a:schemeClr val="lt2"/>
              </a:solidFill>
              <a:ln>
                <a:noFill/>
              </a:ln>
            </p:spPr>
            <p:txBody>
              <a:bodyPr anchorCtr="0" anchor="t" bIns="38150" lIns="91425" spcFirstLastPara="1" rIns="91425" wrap="square" tIns="381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3" name="Google Shape;703;p7"/>
              <p:cNvSpPr/>
              <p:nvPr/>
            </p:nvSpPr>
            <p:spPr>
              <a:xfrm flipH="1">
                <a:off x="1479240" y="3217680"/>
                <a:ext cx="221760" cy="286920"/>
              </a:xfrm>
              <a:custGeom>
                <a:rect b="b" l="l" r="r" t="t"/>
                <a:pathLst>
                  <a:path extrusionOk="0" h="121" w="94">
                    <a:moveTo>
                      <a:pt x="39" y="7"/>
                    </a:moveTo>
                    <a:cubicBezTo>
                      <a:pt x="39" y="7"/>
                      <a:pt x="57" y="61"/>
                      <a:pt x="57" y="70"/>
                    </a:cubicBezTo>
                    <a:cubicBezTo>
                      <a:pt x="57" y="79"/>
                      <a:pt x="0" y="106"/>
                      <a:pt x="1" y="114"/>
                    </a:cubicBezTo>
                    <a:cubicBezTo>
                      <a:pt x="1" y="121"/>
                      <a:pt x="57" y="108"/>
                      <a:pt x="88" y="97"/>
                    </a:cubicBezTo>
                    <a:cubicBezTo>
                      <a:pt x="92" y="95"/>
                      <a:pt x="94" y="90"/>
                      <a:pt x="92" y="86"/>
                    </a:cubicBezTo>
                    <a:cubicBezTo>
                      <a:pt x="87" y="78"/>
                      <a:pt x="81" y="65"/>
                      <a:pt x="79" y="57"/>
                    </a:cubicBezTo>
                    <a:cubicBezTo>
                      <a:pt x="76" y="45"/>
                      <a:pt x="69" y="0"/>
                      <a:pt x="69" y="0"/>
                    </a:cubicBezTo>
                    <a:lnTo>
                      <a:pt x="39" y="7"/>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4" name="Google Shape;704;p7"/>
              <p:cNvSpPr/>
              <p:nvPr/>
            </p:nvSpPr>
            <p:spPr>
              <a:xfrm flipH="1">
                <a:off x="1479240" y="3389400"/>
                <a:ext cx="221760" cy="115560"/>
              </a:xfrm>
              <a:custGeom>
                <a:rect b="b" l="l" r="r" t="t"/>
                <a:pathLst>
                  <a:path extrusionOk="0" h="49" w="94">
                    <a:moveTo>
                      <a:pt x="88" y="25"/>
                    </a:moveTo>
                    <a:cubicBezTo>
                      <a:pt x="92" y="23"/>
                      <a:pt x="94" y="18"/>
                      <a:pt x="92" y="14"/>
                    </a:cubicBezTo>
                    <a:cubicBezTo>
                      <a:pt x="90" y="10"/>
                      <a:pt x="87" y="5"/>
                      <a:pt x="84" y="0"/>
                    </a:cubicBezTo>
                    <a:cubicBezTo>
                      <a:pt x="69" y="6"/>
                      <a:pt x="58" y="6"/>
                      <a:pt x="52" y="5"/>
                    </a:cubicBezTo>
                    <a:cubicBezTo>
                      <a:pt x="38" y="16"/>
                      <a:pt x="0" y="36"/>
                      <a:pt x="1" y="42"/>
                    </a:cubicBezTo>
                    <a:cubicBezTo>
                      <a:pt x="1" y="49"/>
                      <a:pt x="57" y="36"/>
                      <a:pt x="88" y="2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5" name="Google Shape;705;p7"/>
              <p:cNvSpPr/>
              <p:nvPr/>
            </p:nvSpPr>
            <p:spPr>
              <a:xfrm flipH="1">
                <a:off x="1513440" y="2351160"/>
                <a:ext cx="558360" cy="909360"/>
              </a:xfrm>
              <a:custGeom>
                <a:rect b="b" l="l" r="r" t="t"/>
                <a:pathLst>
                  <a:path extrusionOk="0" h="384" w="236">
                    <a:moveTo>
                      <a:pt x="187" y="0"/>
                    </a:moveTo>
                    <a:cubicBezTo>
                      <a:pt x="187" y="0"/>
                      <a:pt x="200" y="71"/>
                      <a:pt x="200" y="138"/>
                    </a:cubicBezTo>
                    <a:cubicBezTo>
                      <a:pt x="200" y="205"/>
                      <a:pt x="223" y="353"/>
                      <a:pt x="236" y="384"/>
                    </a:cubicBezTo>
                    <a:cubicBezTo>
                      <a:pt x="191" y="384"/>
                      <a:pt x="191" y="384"/>
                      <a:pt x="191" y="384"/>
                    </a:cubicBezTo>
                    <a:cubicBezTo>
                      <a:pt x="191" y="384"/>
                      <a:pt x="146" y="293"/>
                      <a:pt x="134" y="217"/>
                    </a:cubicBezTo>
                    <a:cubicBezTo>
                      <a:pt x="126" y="167"/>
                      <a:pt x="118" y="111"/>
                      <a:pt x="118" y="111"/>
                    </a:cubicBezTo>
                    <a:cubicBezTo>
                      <a:pt x="61" y="255"/>
                      <a:pt x="61" y="255"/>
                      <a:pt x="61" y="255"/>
                    </a:cubicBezTo>
                    <a:cubicBezTo>
                      <a:pt x="53" y="384"/>
                      <a:pt x="53" y="384"/>
                      <a:pt x="53" y="384"/>
                    </a:cubicBezTo>
                    <a:cubicBezTo>
                      <a:pt x="12" y="384"/>
                      <a:pt x="12" y="384"/>
                      <a:pt x="12" y="384"/>
                    </a:cubicBezTo>
                    <a:cubicBezTo>
                      <a:pt x="12" y="384"/>
                      <a:pt x="0" y="285"/>
                      <a:pt x="12" y="214"/>
                    </a:cubicBezTo>
                    <a:cubicBezTo>
                      <a:pt x="24" y="144"/>
                      <a:pt x="88" y="0"/>
                      <a:pt x="88" y="0"/>
                    </a:cubicBezTo>
                    <a:lnTo>
                      <a:pt x="187"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6" name="Google Shape;706;p7"/>
              <p:cNvSpPr/>
              <p:nvPr/>
            </p:nvSpPr>
            <p:spPr>
              <a:xfrm flipH="1">
                <a:off x="1547640" y="2404800"/>
                <a:ext cx="120240" cy="855360"/>
              </a:xfrm>
              <a:custGeom>
                <a:rect b="b" l="l" r="r" t="t"/>
                <a:pathLst>
                  <a:path extrusionOk="0" h="361" w="51">
                    <a:moveTo>
                      <a:pt x="0" y="0"/>
                    </a:moveTo>
                    <a:cubicBezTo>
                      <a:pt x="0" y="0"/>
                      <a:pt x="1" y="7"/>
                      <a:pt x="2" y="19"/>
                    </a:cubicBezTo>
                    <a:cubicBezTo>
                      <a:pt x="6" y="55"/>
                      <a:pt x="16" y="134"/>
                      <a:pt x="17" y="197"/>
                    </a:cubicBezTo>
                    <a:cubicBezTo>
                      <a:pt x="17" y="197"/>
                      <a:pt x="17" y="197"/>
                      <a:pt x="17" y="197"/>
                    </a:cubicBezTo>
                    <a:cubicBezTo>
                      <a:pt x="49" y="361"/>
                      <a:pt x="49" y="361"/>
                      <a:pt x="49" y="361"/>
                    </a:cubicBezTo>
                    <a:cubicBezTo>
                      <a:pt x="51" y="361"/>
                      <a:pt x="51" y="361"/>
                      <a:pt x="51" y="361"/>
                    </a:cubicBezTo>
                    <a:cubicBezTo>
                      <a:pt x="19" y="197"/>
                      <a:pt x="19" y="197"/>
                      <a:pt x="19" y="197"/>
                    </a:cubicBezTo>
                    <a:cubicBezTo>
                      <a:pt x="18" y="197"/>
                      <a:pt x="18" y="197"/>
                      <a:pt x="18" y="197"/>
                    </a:cubicBezTo>
                    <a:cubicBezTo>
                      <a:pt x="19" y="197"/>
                      <a:pt x="19" y="197"/>
                      <a:pt x="19" y="197"/>
                    </a:cubicBezTo>
                    <a:cubicBezTo>
                      <a:pt x="17" y="113"/>
                      <a:pt x="2" y="0"/>
                      <a:pt x="2" y="0"/>
                    </a:cubicBezTo>
                    <a:cubicBezTo>
                      <a:pt x="0" y="0"/>
                      <a:pt x="0" y="0"/>
                      <a:pt x="0"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7" name="Google Shape;707;p7"/>
              <p:cNvSpPr/>
              <p:nvPr/>
            </p:nvSpPr>
            <p:spPr>
              <a:xfrm flipH="1">
                <a:off x="1852200" y="1977840"/>
                <a:ext cx="493200" cy="379080"/>
              </a:xfrm>
              <a:custGeom>
                <a:rect b="b" l="l" r="r" t="t"/>
                <a:pathLst>
                  <a:path extrusionOk="0" h="160" w="209">
                    <a:moveTo>
                      <a:pt x="200" y="0"/>
                    </a:moveTo>
                    <a:cubicBezTo>
                      <a:pt x="144" y="109"/>
                      <a:pt x="144" y="109"/>
                      <a:pt x="144" y="109"/>
                    </a:cubicBezTo>
                    <a:cubicBezTo>
                      <a:pt x="51" y="142"/>
                      <a:pt x="51" y="142"/>
                      <a:pt x="51" y="142"/>
                    </a:cubicBezTo>
                    <a:cubicBezTo>
                      <a:pt x="51" y="142"/>
                      <a:pt x="36" y="129"/>
                      <a:pt x="26" y="128"/>
                    </a:cubicBezTo>
                    <a:cubicBezTo>
                      <a:pt x="15" y="127"/>
                      <a:pt x="0" y="130"/>
                      <a:pt x="1" y="133"/>
                    </a:cubicBezTo>
                    <a:cubicBezTo>
                      <a:pt x="2" y="135"/>
                      <a:pt x="19" y="134"/>
                      <a:pt x="19" y="134"/>
                    </a:cubicBezTo>
                    <a:cubicBezTo>
                      <a:pt x="19" y="134"/>
                      <a:pt x="2" y="141"/>
                      <a:pt x="1" y="146"/>
                    </a:cubicBezTo>
                    <a:cubicBezTo>
                      <a:pt x="1" y="150"/>
                      <a:pt x="9" y="155"/>
                      <a:pt x="16" y="154"/>
                    </a:cubicBezTo>
                    <a:cubicBezTo>
                      <a:pt x="23" y="154"/>
                      <a:pt x="42" y="160"/>
                      <a:pt x="52" y="154"/>
                    </a:cubicBezTo>
                    <a:cubicBezTo>
                      <a:pt x="52" y="154"/>
                      <a:pt x="151" y="146"/>
                      <a:pt x="165" y="131"/>
                    </a:cubicBezTo>
                    <a:cubicBezTo>
                      <a:pt x="180" y="117"/>
                      <a:pt x="209" y="59"/>
                      <a:pt x="209" y="59"/>
                    </a:cubicBezTo>
                    <a:lnTo>
                      <a:pt x="200" y="0"/>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8" name="Google Shape;708;p7"/>
              <p:cNvSpPr/>
              <p:nvPr/>
            </p:nvSpPr>
            <p:spPr>
              <a:xfrm flipH="1">
                <a:off x="1589760" y="1942920"/>
                <a:ext cx="325080" cy="433080"/>
              </a:xfrm>
              <a:custGeom>
                <a:rect b="b" l="l" r="r" t="t"/>
                <a:pathLst>
                  <a:path extrusionOk="0" h="183" w="138">
                    <a:moveTo>
                      <a:pt x="56" y="4"/>
                    </a:moveTo>
                    <a:cubicBezTo>
                      <a:pt x="93" y="0"/>
                      <a:pt x="113" y="13"/>
                      <a:pt x="113" y="13"/>
                    </a:cubicBezTo>
                    <a:cubicBezTo>
                      <a:pt x="113" y="13"/>
                      <a:pt x="115" y="92"/>
                      <a:pt x="122" y="116"/>
                    </a:cubicBezTo>
                    <a:cubicBezTo>
                      <a:pt x="128" y="140"/>
                      <a:pt x="138" y="159"/>
                      <a:pt x="133" y="171"/>
                    </a:cubicBezTo>
                    <a:cubicBezTo>
                      <a:pt x="128" y="183"/>
                      <a:pt x="119" y="183"/>
                      <a:pt x="105" y="183"/>
                    </a:cubicBezTo>
                    <a:cubicBezTo>
                      <a:pt x="92" y="183"/>
                      <a:pt x="54" y="183"/>
                      <a:pt x="35" y="183"/>
                    </a:cubicBezTo>
                    <a:cubicBezTo>
                      <a:pt x="17" y="183"/>
                      <a:pt x="8" y="180"/>
                      <a:pt x="10" y="163"/>
                    </a:cubicBezTo>
                    <a:cubicBezTo>
                      <a:pt x="12" y="145"/>
                      <a:pt x="15" y="100"/>
                      <a:pt x="10" y="86"/>
                    </a:cubicBezTo>
                    <a:cubicBezTo>
                      <a:pt x="5" y="73"/>
                      <a:pt x="0" y="56"/>
                      <a:pt x="6" y="40"/>
                    </a:cubicBezTo>
                    <a:cubicBezTo>
                      <a:pt x="13" y="24"/>
                      <a:pt x="18" y="15"/>
                      <a:pt x="18" y="15"/>
                    </a:cubicBezTo>
                    <a:cubicBezTo>
                      <a:pt x="18" y="15"/>
                      <a:pt x="34" y="7"/>
                      <a:pt x="56" y="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09" name="Google Shape;709;p7"/>
              <p:cNvSpPr/>
              <p:nvPr/>
            </p:nvSpPr>
            <p:spPr>
              <a:xfrm flipH="1">
                <a:off x="1494360" y="2146320"/>
                <a:ext cx="269640" cy="26784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0" name="Google Shape;710;p7"/>
              <p:cNvSpPr/>
              <p:nvPr/>
            </p:nvSpPr>
            <p:spPr>
              <a:xfrm flipH="1">
                <a:off x="1514160" y="2170080"/>
                <a:ext cx="266400" cy="26784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1" name="Google Shape;711;p7"/>
              <p:cNvSpPr/>
              <p:nvPr/>
            </p:nvSpPr>
            <p:spPr>
              <a:xfrm flipH="1">
                <a:off x="1533240" y="2192400"/>
                <a:ext cx="266400" cy="26784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2" name="Google Shape;712;p7"/>
              <p:cNvSpPr/>
              <p:nvPr/>
            </p:nvSpPr>
            <p:spPr>
              <a:xfrm flipH="1">
                <a:off x="1461240" y="1971720"/>
                <a:ext cx="277560" cy="509400"/>
              </a:xfrm>
              <a:custGeom>
                <a:rect b="b" l="l" r="r" t="t"/>
                <a:pathLst>
                  <a:path extrusionOk="0" h="215" w="117">
                    <a:moveTo>
                      <a:pt x="30" y="4"/>
                    </a:moveTo>
                    <a:cubicBezTo>
                      <a:pt x="32" y="0"/>
                      <a:pt x="38" y="0"/>
                      <a:pt x="41" y="3"/>
                    </a:cubicBezTo>
                    <a:cubicBezTo>
                      <a:pt x="57" y="21"/>
                      <a:pt x="101" y="72"/>
                      <a:pt x="108" y="95"/>
                    </a:cubicBezTo>
                    <a:cubicBezTo>
                      <a:pt x="117" y="123"/>
                      <a:pt x="49" y="197"/>
                      <a:pt x="49" y="197"/>
                    </a:cubicBezTo>
                    <a:cubicBezTo>
                      <a:pt x="49" y="197"/>
                      <a:pt x="31" y="213"/>
                      <a:pt x="18" y="214"/>
                    </a:cubicBezTo>
                    <a:cubicBezTo>
                      <a:pt x="5" y="215"/>
                      <a:pt x="16" y="203"/>
                      <a:pt x="16" y="203"/>
                    </a:cubicBezTo>
                    <a:cubicBezTo>
                      <a:pt x="16" y="203"/>
                      <a:pt x="7" y="208"/>
                      <a:pt x="3" y="207"/>
                    </a:cubicBezTo>
                    <a:cubicBezTo>
                      <a:pt x="0" y="207"/>
                      <a:pt x="23" y="186"/>
                      <a:pt x="36" y="189"/>
                    </a:cubicBezTo>
                    <a:cubicBezTo>
                      <a:pt x="79" y="104"/>
                      <a:pt x="79" y="104"/>
                      <a:pt x="79" y="104"/>
                    </a:cubicBezTo>
                    <a:cubicBezTo>
                      <a:pt x="79" y="104"/>
                      <a:pt x="48" y="65"/>
                      <a:pt x="33" y="47"/>
                    </a:cubicBezTo>
                    <a:cubicBezTo>
                      <a:pt x="20" y="32"/>
                      <a:pt x="24" y="15"/>
                      <a:pt x="30" y="4"/>
                    </a:cubicBez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3" name="Google Shape;713;p7"/>
              <p:cNvSpPr/>
              <p:nvPr/>
            </p:nvSpPr>
            <p:spPr>
              <a:xfrm flipH="1">
                <a:off x="1743840" y="1765080"/>
                <a:ext cx="155160" cy="221760"/>
              </a:xfrm>
              <a:custGeom>
                <a:rect b="b" l="l" r="r" t="t"/>
                <a:pathLst>
                  <a:path extrusionOk="0" h="94" w="66">
                    <a:moveTo>
                      <a:pt x="11" y="8"/>
                    </a:moveTo>
                    <a:cubicBezTo>
                      <a:pt x="10" y="9"/>
                      <a:pt x="8" y="25"/>
                      <a:pt x="0" y="31"/>
                    </a:cubicBezTo>
                    <a:cubicBezTo>
                      <a:pt x="3" y="32"/>
                      <a:pt x="3" y="32"/>
                      <a:pt x="3" y="32"/>
                    </a:cubicBezTo>
                    <a:cubicBezTo>
                      <a:pt x="5" y="32"/>
                      <a:pt x="6" y="34"/>
                      <a:pt x="6" y="36"/>
                    </a:cubicBezTo>
                    <a:cubicBezTo>
                      <a:pt x="5" y="42"/>
                      <a:pt x="4" y="54"/>
                      <a:pt x="7" y="58"/>
                    </a:cubicBezTo>
                    <a:cubicBezTo>
                      <a:pt x="12" y="62"/>
                      <a:pt x="31" y="57"/>
                      <a:pt x="32" y="63"/>
                    </a:cubicBezTo>
                    <a:cubicBezTo>
                      <a:pt x="33" y="68"/>
                      <a:pt x="34" y="82"/>
                      <a:pt x="34" y="89"/>
                    </a:cubicBezTo>
                    <a:cubicBezTo>
                      <a:pt x="34" y="92"/>
                      <a:pt x="35" y="93"/>
                      <a:pt x="38" y="93"/>
                    </a:cubicBezTo>
                    <a:cubicBezTo>
                      <a:pt x="44" y="94"/>
                      <a:pt x="56" y="93"/>
                      <a:pt x="66" y="85"/>
                    </a:cubicBezTo>
                    <a:cubicBezTo>
                      <a:pt x="62" y="38"/>
                      <a:pt x="62" y="38"/>
                      <a:pt x="62" y="38"/>
                    </a:cubicBezTo>
                    <a:cubicBezTo>
                      <a:pt x="41" y="0"/>
                      <a:pt x="41" y="0"/>
                      <a:pt x="41" y="0"/>
                    </a:cubicBezTo>
                    <a:lnTo>
                      <a:pt x="11" y="8"/>
                    </a:lnTo>
                    <a:close/>
                  </a:path>
                </a:pathLst>
              </a:custGeom>
              <a:solidFill>
                <a:srgbClr val="F0A48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4" name="Google Shape;714;p7"/>
              <p:cNvSpPr/>
              <p:nvPr/>
            </p:nvSpPr>
            <p:spPr>
              <a:xfrm flipH="1">
                <a:off x="1681920" y="1706400"/>
                <a:ext cx="223560" cy="225000"/>
              </a:xfrm>
              <a:custGeom>
                <a:rect b="b" l="l" r="r" t="t"/>
                <a:pathLst>
                  <a:path extrusionOk="0" h="95" w="95">
                    <a:moveTo>
                      <a:pt x="41" y="12"/>
                    </a:moveTo>
                    <a:cubicBezTo>
                      <a:pt x="39" y="13"/>
                      <a:pt x="37" y="13"/>
                      <a:pt x="35" y="12"/>
                    </a:cubicBezTo>
                    <a:cubicBezTo>
                      <a:pt x="26" y="11"/>
                      <a:pt x="0" y="8"/>
                      <a:pt x="2" y="29"/>
                    </a:cubicBezTo>
                    <a:cubicBezTo>
                      <a:pt x="3" y="37"/>
                      <a:pt x="16" y="39"/>
                      <a:pt x="26" y="39"/>
                    </a:cubicBezTo>
                    <a:cubicBezTo>
                      <a:pt x="33" y="39"/>
                      <a:pt x="39" y="45"/>
                      <a:pt x="39" y="52"/>
                    </a:cubicBezTo>
                    <a:cubicBezTo>
                      <a:pt x="38" y="59"/>
                      <a:pt x="38" y="68"/>
                      <a:pt x="39" y="75"/>
                    </a:cubicBezTo>
                    <a:cubicBezTo>
                      <a:pt x="40" y="91"/>
                      <a:pt x="42" y="93"/>
                      <a:pt x="62" y="92"/>
                    </a:cubicBezTo>
                    <a:cubicBezTo>
                      <a:pt x="81" y="92"/>
                      <a:pt x="89" y="95"/>
                      <a:pt x="91" y="82"/>
                    </a:cubicBezTo>
                    <a:cubicBezTo>
                      <a:pt x="95" y="61"/>
                      <a:pt x="89" y="0"/>
                      <a:pt x="41" y="1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cxnSp>
          <p:nvCxnSpPr>
            <p:cNvPr id="715" name="Google Shape;715;p7"/>
            <p:cNvCxnSpPr/>
            <p:nvPr/>
          </p:nvCxnSpPr>
          <p:spPr>
            <a:xfrm flipH="1">
              <a:off x="592200" y="3497760"/>
              <a:ext cx="3810600" cy="360"/>
            </a:xfrm>
            <a:prstGeom prst="straightConnector1">
              <a:avLst/>
            </a:prstGeom>
            <a:noFill/>
            <a:ln cap="flat" cmpd="sng" w="9525">
              <a:solidFill>
                <a:srgbClr val="FFFEF4"/>
              </a:solidFill>
              <a:prstDash val="solid"/>
              <a:round/>
              <a:headEnd len="sm" w="sm" type="none"/>
              <a:tailEnd len="sm" w="sm" type="none"/>
            </a:ln>
          </p:spPr>
        </p:cxnSp>
        <p:sp>
          <p:nvSpPr>
            <p:cNvPr id="716" name="Google Shape;716;p7"/>
            <p:cNvSpPr/>
            <p:nvPr/>
          </p:nvSpPr>
          <p:spPr>
            <a:xfrm>
              <a:off x="1089720" y="1356120"/>
              <a:ext cx="549360" cy="249480"/>
            </a:xfrm>
            <a:custGeom>
              <a:rect b="b" l="l" r="r" t="t"/>
              <a:pathLst>
                <a:path extrusionOk="0" h="340" w="749">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717" name="Google Shape;717;p7"/>
            <p:cNvGrpSpPr/>
            <p:nvPr/>
          </p:nvGrpSpPr>
          <p:grpSpPr>
            <a:xfrm>
              <a:off x="598680" y="2361600"/>
              <a:ext cx="733680" cy="1132920"/>
              <a:chOff x="598680" y="2361600"/>
              <a:chExt cx="733680" cy="1132920"/>
            </a:xfrm>
          </p:grpSpPr>
          <p:sp>
            <p:nvSpPr>
              <p:cNvPr id="718" name="Google Shape;718;p7"/>
              <p:cNvSpPr/>
              <p:nvPr/>
            </p:nvSpPr>
            <p:spPr>
              <a:xfrm>
                <a:off x="777240" y="2361600"/>
                <a:ext cx="335160" cy="700920"/>
              </a:xfrm>
              <a:custGeom>
                <a:rect b="b" l="l" r="r" t="t"/>
                <a:pathLst>
                  <a:path extrusionOk="0" h="322" w="154">
                    <a:moveTo>
                      <a:pt x="37" y="11"/>
                    </a:moveTo>
                    <a:cubicBezTo>
                      <a:pt x="81" y="0"/>
                      <a:pt x="73" y="52"/>
                      <a:pt x="93" y="72"/>
                    </a:cubicBezTo>
                    <a:cubicBezTo>
                      <a:pt x="113" y="92"/>
                      <a:pt x="122" y="109"/>
                      <a:pt x="118" y="133"/>
                    </a:cubicBezTo>
                    <a:cubicBezTo>
                      <a:pt x="115" y="157"/>
                      <a:pt x="119" y="167"/>
                      <a:pt x="127" y="180"/>
                    </a:cubicBezTo>
                    <a:cubicBezTo>
                      <a:pt x="135" y="193"/>
                      <a:pt x="142" y="222"/>
                      <a:pt x="134" y="238"/>
                    </a:cubicBezTo>
                    <a:cubicBezTo>
                      <a:pt x="126" y="255"/>
                      <a:pt x="154" y="275"/>
                      <a:pt x="132" y="322"/>
                    </a:cubicBezTo>
                    <a:cubicBezTo>
                      <a:pt x="73" y="322"/>
                      <a:pt x="73" y="322"/>
                      <a:pt x="73" y="322"/>
                    </a:cubicBezTo>
                    <a:cubicBezTo>
                      <a:pt x="73" y="322"/>
                      <a:pt x="44" y="297"/>
                      <a:pt x="50" y="267"/>
                    </a:cubicBezTo>
                    <a:cubicBezTo>
                      <a:pt x="57" y="238"/>
                      <a:pt x="41" y="207"/>
                      <a:pt x="32" y="195"/>
                    </a:cubicBezTo>
                    <a:cubicBezTo>
                      <a:pt x="23" y="184"/>
                      <a:pt x="20" y="158"/>
                      <a:pt x="26" y="133"/>
                    </a:cubicBezTo>
                    <a:cubicBezTo>
                      <a:pt x="32" y="108"/>
                      <a:pt x="7" y="98"/>
                      <a:pt x="3" y="67"/>
                    </a:cubicBezTo>
                    <a:cubicBezTo>
                      <a:pt x="0" y="35"/>
                      <a:pt x="15" y="17"/>
                      <a:pt x="37" y="1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9" name="Google Shape;719;p7"/>
              <p:cNvSpPr/>
              <p:nvPr/>
            </p:nvSpPr>
            <p:spPr>
              <a:xfrm>
                <a:off x="859680" y="2438640"/>
                <a:ext cx="141840" cy="623880"/>
              </a:xfrm>
              <a:custGeom>
                <a:rect b="b" l="l" r="r" t="t"/>
                <a:pathLst>
                  <a:path extrusionOk="0" h="287" w="65">
                    <a:moveTo>
                      <a:pt x="0" y="0"/>
                    </a:moveTo>
                    <a:cubicBezTo>
                      <a:pt x="0" y="35"/>
                      <a:pt x="26" y="98"/>
                      <a:pt x="40" y="148"/>
                    </a:cubicBezTo>
                    <a:cubicBezTo>
                      <a:pt x="55" y="197"/>
                      <a:pt x="65" y="257"/>
                      <a:pt x="64" y="287"/>
                    </a:cubicBez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0" name="Google Shape;720;p7"/>
              <p:cNvSpPr/>
              <p:nvPr/>
            </p:nvSpPr>
            <p:spPr>
              <a:xfrm>
                <a:off x="818640" y="2493000"/>
                <a:ext cx="102240" cy="134280"/>
              </a:xfrm>
              <a:custGeom>
                <a:rect b="b" l="l" r="r" t="t"/>
                <a:pathLst>
                  <a:path extrusionOk="0" h="147" w="112">
                    <a:moveTo>
                      <a:pt x="112" y="0"/>
                    </a:moveTo>
                    <a:lnTo>
                      <a:pt x="95" y="147"/>
                    </a:lnTo>
                    <a:lnTo>
                      <a:pt x="0" y="24"/>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1" name="Google Shape;721;p7"/>
              <p:cNvSpPr/>
              <p:nvPr/>
            </p:nvSpPr>
            <p:spPr>
              <a:xfrm>
                <a:off x="857880" y="2638440"/>
                <a:ext cx="121680" cy="156240"/>
              </a:xfrm>
              <a:custGeom>
                <a:rect b="b" l="l" r="r" t="t"/>
                <a:pathLst>
                  <a:path extrusionOk="0" h="171" w="133">
                    <a:moveTo>
                      <a:pt x="133" y="0"/>
                    </a:moveTo>
                    <a:lnTo>
                      <a:pt x="109" y="171"/>
                    </a:lnTo>
                    <a:lnTo>
                      <a:pt x="0" y="55"/>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2" name="Google Shape;722;p7"/>
              <p:cNvSpPr/>
              <p:nvPr/>
            </p:nvSpPr>
            <p:spPr>
              <a:xfrm>
                <a:off x="911880" y="2810880"/>
                <a:ext cx="127800" cy="164520"/>
              </a:xfrm>
              <a:custGeom>
                <a:rect b="b" l="l" r="r" t="t"/>
                <a:pathLst>
                  <a:path extrusionOk="0" h="180" w="140">
                    <a:moveTo>
                      <a:pt x="140" y="0"/>
                    </a:moveTo>
                    <a:lnTo>
                      <a:pt x="88" y="180"/>
                    </a:lnTo>
                    <a:lnTo>
                      <a:pt x="0" y="47"/>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3" name="Google Shape;723;p7"/>
              <p:cNvSpPr/>
              <p:nvPr/>
            </p:nvSpPr>
            <p:spPr>
              <a:xfrm>
                <a:off x="1011960" y="2649600"/>
                <a:ext cx="320400" cy="450720"/>
              </a:xfrm>
              <a:custGeom>
                <a:rect b="b" l="l" r="r" t="t"/>
                <a:pathLst>
                  <a:path extrusionOk="0" h="207" w="147">
                    <a:moveTo>
                      <a:pt x="9" y="207"/>
                    </a:moveTo>
                    <a:cubicBezTo>
                      <a:pt x="9" y="207"/>
                      <a:pt x="0" y="158"/>
                      <a:pt x="10" y="128"/>
                    </a:cubicBezTo>
                    <a:cubicBezTo>
                      <a:pt x="19" y="98"/>
                      <a:pt x="43" y="92"/>
                      <a:pt x="45" y="66"/>
                    </a:cubicBezTo>
                    <a:cubicBezTo>
                      <a:pt x="48" y="26"/>
                      <a:pt x="72" y="0"/>
                      <a:pt x="103" y="4"/>
                    </a:cubicBezTo>
                    <a:cubicBezTo>
                      <a:pt x="133" y="8"/>
                      <a:pt x="147" y="55"/>
                      <a:pt x="117" y="81"/>
                    </a:cubicBezTo>
                    <a:cubicBezTo>
                      <a:pt x="106" y="91"/>
                      <a:pt x="91" y="115"/>
                      <a:pt x="93" y="135"/>
                    </a:cubicBezTo>
                    <a:cubicBezTo>
                      <a:pt x="97" y="166"/>
                      <a:pt x="58" y="185"/>
                      <a:pt x="58" y="185"/>
                    </a:cubicBezTo>
                    <a:lnTo>
                      <a:pt x="9" y="207"/>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4" name="Google Shape;724;p7"/>
              <p:cNvSpPr/>
              <p:nvPr/>
            </p:nvSpPr>
            <p:spPr>
              <a:xfrm>
                <a:off x="1084320" y="2732040"/>
                <a:ext cx="153720" cy="345960"/>
              </a:xfrm>
              <a:custGeom>
                <a:rect b="b" l="l" r="r" t="t"/>
                <a:pathLst>
                  <a:path extrusionOk="0" h="159" w="71">
                    <a:moveTo>
                      <a:pt x="71" y="0"/>
                    </a:moveTo>
                    <a:cubicBezTo>
                      <a:pt x="23" y="51"/>
                      <a:pt x="0" y="145"/>
                      <a:pt x="0" y="159"/>
                    </a:cubicBez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5" name="Google Shape;725;p7"/>
              <p:cNvSpPr/>
              <p:nvPr/>
            </p:nvSpPr>
            <p:spPr>
              <a:xfrm>
                <a:off x="1166760" y="2727360"/>
                <a:ext cx="93240" cy="87480"/>
              </a:xfrm>
              <a:custGeom>
                <a:rect b="b" l="l" r="r" t="t"/>
                <a:pathLst>
                  <a:path extrusionOk="0" h="96" w="102">
                    <a:moveTo>
                      <a:pt x="0" y="0"/>
                    </a:moveTo>
                    <a:lnTo>
                      <a:pt x="12" y="96"/>
                    </a:lnTo>
                    <a:lnTo>
                      <a:pt x="102" y="50"/>
                    </a:lnTo>
                  </a:path>
                </a:pathLst>
              </a:custGeom>
              <a:noFill/>
              <a:ln cap="flat" cmpd="sng" w="9525">
                <a:solidFill>
                  <a:srgbClr val="FFFEF4"/>
                </a:solidFill>
                <a:prstDash val="solid"/>
                <a:miter lim="8000"/>
                <a:headEnd len="sm" w="sm" type="none"/>
                <a:tailEnd len="sm" w="sm" type="none"/>
              </a:ln>
            </p:spPr>
            <p:txBody>
              <a:bodyPr anchorCtr="0" anchor="t" bIns="43900" lIns="91425" spcFirstLastPara="1" rIns="91425" wrap="square" tIns="439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6" name="Google Shape;726;p7"/>
              <p:cNvSpPr/>
              <p:nvPr/>
            </p:nvSpPr>
            <p:spPr>
              <a:xfrm>
                <a:off x="1112760" y="2834640"/>
                <a:ext cx="101520" cy="88560"/>
              </a:xfrm>
              <a:custGeom>
                <a:rect b="b" l="l" r="r" t="t"/>
                <a:pathLst>
                  <a:path extrusionOk="0" h="97" w="111">
                    <a:moveTo>
                      <a:pt x="0" y="0"/>
                    </a:moveTo>
                    <a:lnTo>
                      <a:pt x="14" y="97"/>
                    </a:lnTo>
                    <a:lnTo>
                      <a:pt x="111" y="36"/>
                    </a:lnTo>
                  </a:path>
                </a:pathLst>
              </a:custGeom>
              <a:noFill/>
              <a:ln cap="flat" cmpd="sng" w="9525">
                <a:solidFill>
                  <a:srgbClr val="FFFEF4"/>
                </a:solidFill>
                <a:prstDash val="solid"/>
                <a:miter lim="8000"/>
                <a:headEnd len="sm" w="sm" type="none"/>
                <a:tailEnd len="sm" w="sm" type="none"/>
              </a:ln>
            </p:spPr>
            <p:txBody>
              <a:bodyPr anchorCtr="0" anchor="t" bIns="44275" lIns="91425" spcFirstLastPara="1" rIns="91425" wrap="square" tIns="44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7" name="Google Shape;727;p7"/>
              <p:cNvSpPr/>
              <p:nvPr/>
            </p:nvSpPr>
            <p:spPr>
              <a:xfrm>
                <a:off x="1051200" y="2930040"/>
                <a:ext cx="132480" cy="102240"/>
              </a:xfrm>
              <a:custGeom>
                <a:rect b="b" l="l" r="r" t="t"/>
                <a:pathLst>
                  <a:path extrusionOk="0" h="112" w="145">
                    <a:moveTo>
                      <a:pt x="0" y="0"/>
                    </a:moveTo>
                    <a:lnTo>
                      <a:pt x="45" y="112"/>
                    </a:lnTo>
                    <a:lnTo>
                      <a:pt x="145" y="48"/>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8" name="Google Shape;728;p7"/>
              <p:cNvSpPr/>
              <p:nvPr/>
            </p:nvSpPr>
            <p:spPr>
              <a:xfrm>
                <a:off x="598680" y="2697120"/>
                <a:ext cx="374400" cy="402840"/>
              </a:xfrm>
              <a:custGeom>
                <a:rect b="b" l="l" r="r" t="t"/>
                <a:pathLst>
                  <a:path extrusionOk="0" h="185" w="172">
                    <a:moveTo>
                      <a:pt x="172" y="185"/>
                    </a:moveTo>
                    <a:cubicBezTo>
                      <a:pt x="172" y="185"/>
                      <a:pt x="168" y="135"/>
                      <a:pt x="152" y="109"/>
                    </a:cubicBezTo>
                    <a:cubicBezTo>
                      <a:pt x="135" y="82"/>
                      <a:pt x="110" y="82"/>
                      <a:pt x="102" y="57"/>
                    </a:cubicBezTo>
                    <a:cubicBezTo>
                      <a:pt x="89" y="20"/>
                      <a:pt x="59" y="0"/>
                      <a:pt x="31" y="11"/>
                    </a:cubicBezTo>
                    <a:cubicBezTo>
                      <a:pt x="2" y="23"/>
                      <a:pt x="0" y="72"/>
                      <a:pt x="35" y="89"/>
                    </a:cubicBezTo>
                    <a:cubicBezTo>
                      <a:pt x="49" y="96"/>
                      <a:pt x="69" y="117"/>
                      <a:pt x="72" y="136"/>
                    </a:cubicBezTo>
                    <a:cubicBezTo>
                      <a:pt x="76" y="168"/>
                      <a:pt x="119" y="176"/>
                      <a:pt x="119" y="176"/>
                    </a:cubicBezTo>
                    <a:lnTo>
                      <a:pt x="172" y="18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29" name="Google Shape;729;p7"/>
              <p:cNvSpPr/>
              <p:nvPr/>
            </p:nvSpPr>
            <p:spPr>
              <a:xfrm>
                <a:off x="681840" y="2795400"/>
                <a:ext cx="234360" cy="295560"/>
              </a:xfrm>
              <a:custGeom>
                <a:rect b="b" l="l" r="r" t="t"/>
                <a:pathLst>
                  <a:path extrusionOk="0" h="136" w="108">
                    <a:moveTo>
                      <a:pt x="0" y="0"/>
                    </a:moveTo>
                    <a:cubicBezTo>
                      <a:pt x="59" y="37"/>
                      <a:pt x="105" y="123"/>
                      <a:pt x="108" y="136"/>
                    </a:cubicBez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0" name="Google Shape;730;p7"/>
              <p:cNvSpPr/>
              <p:nvPr/>
            </p:nvSpPr>
            <p:spPr>
              <a:xfrm>
                <a:off x="671040" y="2773440"/>
                <a:ext cx="88560" cy="86760"/>
              </a:xfrm>
              <a:custGeom>
                <a:rect b="b" l="l" r="r" t="t"/>
                <a:pathLst>
                  <a:path extrusionOk="0" h="95" w="97">
                    <a:moveTo>
                      <a:pt x="85" y="0"/>
                    </a:moveTo>
                    <a:lnTo>
                      <a:pt x="97" y="95"/>
                    </a:lnTo>
                    <a:lnTo>
                      <a:pt x="0" y="74"/>
                    </a:lnTo>
                  </a:path>
                </a:pathLst>
              </a:custGeom>
              <a:noFill/>
              <a:ln cap="flat" cmpd="sng" w="9525">
                <a:solidFill>
                  <a:srgbClr val="FFFEF4"/>
                </a:solidFill>
                <a:prstDash val="solid"/>
                <a:miter lim="8000"/>
                <a:headEnd len="sm" w="sm" type="none"/>
                <a:tailEnd len="sm" w="sm" type="none"/>
              </a:ln>
            </p:spPr>
            <p:txBody>
              <a:bodyPr anchorCtr="0" anchor="t" bIns="43550" lIns="91425" spcFirstLastPara="1" rIns="91425" wrap="square" tIns="43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1" name="Google Shape;731;p7"/>
              <p:cNvSpPr/>
              <p:nvPr/>
            </p:nvSpPr>
            <p:spPr>
              <a:xfrm>
                <a:off x="738000" y="2863080"/>
                <a:ext cx="97560" cy="88560"/>
              </a:xfrm>
              <a:custGeom>
                <a:rect b="b" l="l" r="r" t="t"/>
                <a:pathLst>
                  <a:path extrusionOk="0" h="97" w="107">
                    <a:moveTo>
                      <a:pt x="98" y="0"/>
                    </a:moveTo>
                    <a:lnTo>
                      <a:pt x="107" y="97"/>
                    </a:lnTo>
                    <a:lnTo>
                      <a:pt x="0" y="62"/>
                    </a:lnTo>
                  </a:path>
                </a:pathLst>
              </a:custGeom>
              <a:noFill/>
              <a:ln cap="flat" cmpd="sng" w="9525">
                <a:solidFill>
                  <a:srgbClr val="FFFEF4"/>
                </a:solidFill>
                <a:prstDash val="solid"/>
                <a:miter lim="8000"/>
                <a:headEnd len="sm" w="sm" type="none"/>
                <a:tailEnd len="sm" w="sm" type="none"/>
              </a:ln>
            </p:spPr>
            <p:txBody>
              <a:bodyPr anchorCtr="0" anchor="t" bIns="44275" lIns="91425" spcFirstLastPara="1" rIns="91425" wrap="square" tIns="44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2" name="Google Shape;732;p7"/>
              <p:cNvSpPr/>
              <p:nvPr/>
            </p:nvSpPr>
            <p:spPr>
              <a:xfrm>
                <a:off x="793080" y="2939040"/>
                <a:ext cx="118800" cy="110520"/>
              </a:xfrm>
              <a:custGeom>
                <a:rect b="b" l="l" r="r" t="t"/>
                <a:pathLst>
                  <a:path extrusionOk="0" h="121" w="130">
                    <a:moveTo>
                      <a:pt x="130" y="0"/>
                    </a:moveTo>
                    <a:lnTo>
                      <a:pt x="114" y="121"/>
                    </a:lnTo>
                    <a:lnTo>
                      <a:pt x="0" y="83"/>
                    </a:lnTo>
                  </a:path>
                </a:pathLst>
              </a:custGeom>
              <a:noFill/>
              <a:ln cap="flat" cmpd="sng" w="9525">
                <a:solidFill>
                  <a:srgbClr val="FFFEF4"/>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3" name="Google Shape;733;p7"/>
              <p:cNvSpPr/>
              <p:nvPr/>
            </p:nvSpPr>
            <p:spPr>
              <a:xfrm>
                <a:off x="748800" y="3045600"/>
                <a:ext cx="454320" cy="448920"/>
              </a:xfrm>
              <a:custGeom>
                <a:rect b="b" l="l" r="r" t="t"/>
                <a:pathLst>
                  <a:path extrusionOk="0" h="490" w="496">
                    <a:moveTo>
                      <a:pt x="439" y="490"/>
                    </a:moveTo>
                    <a:lnTo>
                      <a:pt x="57" y="490"/>
                    </a:lnTo>
                    <a:lnTo>
                      <a:pt x="0" y="0"/>
                    </a:lnTo>
                    <a:lnTo>
                      <a:pt x="496" y="0"/>
                    </a:lnTo>
                    <a:lnTo>
                      <a:pt x="439" y="49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4" name="Google Shape;734;p7"/>
              <p:cNvSpPr/>
              <p:nvPr/>
            </p:nvSpPr>
            <p:spPr>
              <a:xfrm>
                <a:off x="738000" y="3039120"/>
                <a:ext cx="476280" cy="56520"/>
              </a:xfrm>
              <a:custGeom>
                <a:rect b="b" l="l" r="r" t="t"/>
                <a:pathLst>
                  <a:path extrusionOk="0" h="62" w="520">
                    <a:moveTo>
                      <a:pt x="7" y="62"/>
                    </a:moveTo>
                    <a:lnTo>
                      <a:pt x="513" y="62"/>
                    </a:lnTo>
                    <a:lnTo>
                      <a:pt x="520" y="0"/>
                    </a:lnTo>
                    <a:lnTo>
                      <a:pt x="0" y="0"/>
                    </a:lnTo>
                    <a:lnTo>
                      <a:pt x="7" y="62"/>
                    </a:lnTo>
                    <a:close/>
                  </a:path>
                </a:pathLst>
              </a:custGeom>
              <a:solidFill>
                <a:schemeClr val="accent3"/>
              </a:solidFill>
              <a:ln>
                <a:noFill/>
              </a:ln>
            </p:spPr>
            <p:txBody>
              <a:bodyPr anchorCtr="0" anchor="t" bIns="28425" lIns="91425" spcFirstLastPara="1" rIns="91425" wrap="square" tIns="284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735" name="Google Shape;735;p7"/>
            <p:cNvSpPr/>
            <p:nvPr/>
          </p:nvSpPr>
          <p:spPr>
            <a:xfrm>
              <a:off x="2880360" y="842760"/>
              <a:ext cx="549360" cy="249480"/>
            </a:xfrm>
            <a:custGeom>
              <a:rect b="b" l="l" r="r" t="t"/>
              <a:pathLst>
                <a:path extrusionOk="0" h="340" w="749">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36" name="Google Shape;736;p7"/>
            <p:cNvSpPr/>
            <p:nvPr/>
          </p:nvSpPr>
          <p:spPr>
            <a:xfrm>
              <a:off x="965520" y="1855080"/>
              <a:ext cx="408600" cy="409680"/>
            </a:xfrm>
            <a:custGeom>
              <a:rect b="b" l="l" r="r" t="t"/>
              <a:pathLst>
                <a:path extrusionOk="0" h="572" w="571">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8"/>
          <p:cNvSpPr txBox="1"/>
          <p:nvPr>
            <p:ph idx="4294967295" type="title"/>
          </p:nvPr>
        </p:nvSpPr>
        <p:spPr>
          <a:xfrm>
            <a:off x="714240" y="1104840"/>
            <a:ext cx="4105080" cy="1790280"/>
          </a:xfrm>
          <a:prstGeom prst="rect">
            <a:avLst/>
          </a:prstGeom>
          <a:noFill/>
          <a:ln>
            <a:noFill/>
          </a:ln>
        </p:spPr>
        <p:txBody>
          <a:bodyPr anchorCtr="0" anchor="b" bIns="91425" lIns="91425" spcFirstLastPara="1" rIns="91425" wrap="square" tIns="91425">
            <a:normAutofit fontScale="98333"/>
          </a:bodyPr>
          <a:lstStyle/>
          <a:p>
            <a:pPr indent="0" lvl="0" marL="0" marR="0" rtl="0" algn="l">
              <a:lnSpc>
                <a:spcPct val="100000"/>
              </a:lnSpc>
              <a:spcBef>
                <a:spcPts val="0"/>
              </a:spcBef>
              <a:spcAft>
                <a:spcPts val="0"/>
              </a:spcAft>
              <a:buClr>
                <a:schemeClr val="dk1"/>
              </a:buClr>
              <a:buSzPct val="100000"/>
              <a:buFont typeface="Plus Jakarta Sans ExtraBold"/>
              <a:buNone/>
            </a:pPr>
            <a:r>
              <a:rPr b="0" i="0" lang="en" sz="5400" u="none" cap="none" strike="noStrike">
                <a:solidFill>
                  <a:schemeClr val="dk1"/>
                </a:solidFill>
                <a:latin typeface="Plus Jakarta Sans ExtraBold"/>
                <a:ea typeface="Plus Jakarta Sans ExtraBold"/>
                <a:cs typeface="Plus Jakarta Sans ExtraBold"/>
                <a:sym typeface="Plus Jakarta Sans ExtraBold"/>
              </a:rPr>
              <a:t>K-Nearest Neighbors (KNN)</a:t>
            </a:r>
            <a:endParaRPr b="0" i="0" sz="5400" u="none" cap="none" strike="noStrike">
              <a:solidFill>
                <a:schemeClr val="dk1"/>
              </a:solidFill>
              <a:latin typeface="Arial"/>
              <a:ea typeface="Arial"/>
              <a:cs typeface="Arial"/>
              <a:sym typeface="Arial"/>
            </a:endParaRPr>
          </a:p>
        </p:txBody>
      </p:sp>
      <p:sp>
        <p:nvSpPr>
          <p:cNvPr id="742" name="Google Shape;742;p8"/>
          <p:cNvSpPr txBox="1"/>
          <p:nvPr>
            <p:ph idx="4294967295" type="subTitle"/>
          </p:nvPr>
        </p:nvSpPr>
        <p:spPr>
          <a:xfrm>
            <a:off x="248951" y="2819525"/>
            <a:ext cx="4570500" cy="15999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chemeClr val="dk1"/>
              </a:buClr>
              <a:buSzPts val="1400"/>
              <a:buFont typeface="Arial"/>
              <a:buNone/>
            </a:pPr>
            <a:r>
              <a:rPr b="0" i="0" lang="en" sz="1600" u="none" cap="none" strike="noStrike">
                <a:solidFill>
                  <a:schemeClr val="dk1"/>
                </a:solidFill>
                <a:latin typeface="DM Sans"/>
                <a:ea typeface="DM Sans"/>
                <a:cs typeface="DM Sans"/>
                <a:sym typeface="DM Sans"/>
              </a:rPr>
              <a:t>This model utilizes the K-Nearest Neighbors algorithm with k set to 3. It classifies instances based on the majority label of the three closest samples in the feature space. KNN is straightforward and effective, especially for small datasets, making it suitable for this project.</a:t>
            </a:r>
            <a:endParaRPr b="0" i="0" sz="1600" u="none" cap="none" strike="noStrike">
              <a:solidFill>
                <a:srgbClr val="000000"/>
              </a:solidFill>
              <a:latin typeface="Noto Sans Symbols"/>
              <a:ea typeface="Noto Sans Symbols"/>
              <a:cs typeface="Noto Sans Symbols"/>
              <a:sym typeface="Noto Sans Symbols"/>
            </a:endParaRPr>
          </a:p>
        </p:txBody>
      </p:sp>
      <p:grpSp>
        <p:nvGrpSpPr>
          <p:cNvPr id="743" name="Google Shape;743;p8"/>
          <p:cNvGrpSpPr/>
          <p:nvPr/>
        </p:nvGrpSpPr>
        <p:grpSpPr>
          <a:xfrm>
            <a:off x="4822920" y="652680"/>
            <a:ext cx="4070880" cy="3669120"/>
            <a:chOff x="4822920" y="652680"/>
            <a:chExt cx="4070880" cy="3669120"/>
          </a:xfrm>
        </p:grpSpPr>
        <p:sp>
          <p:nvSpPr>
            <p:cNvPr id="744" name="Google Shape;744;p8"/>
            <p:cNvSpPr/>
            <p:nvPr/>
          </p:nvSpPr>
          <p:spPr>
            <a:xfrm flipH="1">
              <a:off x="5176080" y="652680"/>
              <a:ext cx="3370680" cy="3669120"/>
            </a:xfrm>
            <a:custGeom>
              <a:rect b="b" l="l" r="r" t="t"/>
              <a:pathLst>
                <a:path extrusionOk="0" h="1011" w="1091">
                  <a:moveTo>
                    <a:pt x="1011" y="1011"/>
                  </a:moveTo>
                  <a:cubicBezTo>
                    <a:pt x="80" y="1011"/>
                    <a:pt x="80" y="1011"/>
                    <a:pt x="80" y="1011"/>
                  </a:cubicBezTo>
                  <a:cubicBezTo>
                    <a:pt x="36" y="1011"/>
                    <a:pt x="0" y="975"/>
                    <a:pt x="0" y="930"/>
                  </a:cubicBezTo>
                  <a:cubicBezTo>
                    <a:pt x="0" y="80"/>
                    <a:pt x="0" y="80"/>
                    <a:pt x="0" y="80"/>
                  </a:cubicBezTo>
                  <a:cubicBezTo>
                    <a:pt x="0" y="36"/>
                    <a:pt x="36" y="0"/>
                    <a:pt x="80" y="0"/>
                  </a:cubicBezTo>
                  <a:cubicBezTo>
                    <a:pt x="571" y="0"/>
                    <a:pt x="571" y="0"/>
                    <a:pt x="571" y="0"/>
                  </a:cubicBezTo>
                  <a:cubicBezTo>
                    <a:pt x="858" y="0"/>
                    <a:pt x="1091" y="232"/>
                    <a:pt x="1091" y="520"/>
                  </a:cubicBezTo>
                  <a:cubicBezTo>
                    <a:pt x="1091" y="930"/>
                    <a:pt x="1091" y="930"/>
                    <a:pt x="1091" y="930"/>
                  </a:cubicBezTo>
                  <a:cubicBezTo>
                    <a:pt x="1091" y="975"/>
                    <a:pt x="1055" y="1011"/>
                    <a:pt x="1011" y="101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5" name="Google Shape;745;p8"/>
            <p:cNvSpPr/>
            <p:nvPr/>
          </p:nvSpPr>
          <p:spPr>
            <a:xfrm>
              <a:off x="6558840" y="812520"/>
              <a:ext cx="549360" cy="249480"/>
            </a:xfrm>
            <a:custGeom>
              <a:rect b="b" l="l" r="r" t="t"/>
              <a:pathLst>
                <a:path extrusionOk="0" h="340" w="749">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746" name="Google Shape;746;p8"/>
            <p:cNvGrpSpPr/>
            <p:nvPr/>
          </p:nvGrpSpPr>
          <p:grpSpPr>
            <a:xfrm>
              <a:off x="4889520" y="1248120"/>
              <a:ext cx="3175560" cy="2414520"/>
              <a:chOff x="4889520" y="1248120"/>
              <a:chExt cx="3175560" cy="2414520"/>
            </a:xfrm>
          </p:grpSpPr>
          <p:sp>
            <p:nvSpPr>
              <p:cNvPr id="747" name="Google Shape;747;p8"/>
              <p:cNvSpPr/>
              <p:nvPr/>
            </p:nvSpPr>
            <p:spPr>
              <a:xfrm>
                <a:off x="4889520" y="1248120"/>
                <a:ext cx="3175200" cy="241452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8" name="Google Shape;748;p8"/>
              <p:cNvSpPr/>
              <p:nvPr/>
            </p:nvSpPr>
            <p:spPr>
              <a:xfrm>
                <a:off x="7571520" y="1248120"/>
                <a:ext cx="493560" cy="241452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9" name="Google Shape;749;p8"/>
              <p:cNvSpPr/>
              <p:nvPr/>
            </p:nvSpPr>
            <p:spPr>
              <a:xfrm>
                <a:off x="4889520" y="1248120"/>
                <a:ext cx="3175200" cy="21024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0" name="Google Shape;750;p8"/>
              <p:cNvSpPr/>
              <p:nvPr/>
            </p:nvSpPr>
            <p:spPr>
              <a:xfrm>
                <a:off x="5022000" y="1320840"/>
                <a:ext cx="65160" cy="65160"/>
              </a:xfrm>
              <a:custGeom>
                <a:rect b="b" l="l" r="r" t="t"/>
                <a:pathLst>
                  <a:path extrusionOk="0" h="19" w="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5" y="0"/>
                      <a:pt x="9" y="0"/>
                    </a:cubicBezTo>
                    <a:cubicBezTo>
                      <a:pt x="4" y="0"/>
                      <a:pt x="0" y="4"/>
                      <a:pt x="0" y="10"/>
                    </a:cubicBezTo>
                    <a:cubicBezTo>
                      <a:pt x="0" y="15"/>
                      <a:pt x="4" y="19"/>
                      <a:pt x="9" y="19"/>
                    </a:cubicBezTo>
                    <a:cubicBezTo>
                      <a:pt x="15" y="19"/>
                      <a:pt x="19" y="15"/>
                      <a:pt x="19" y="10"/>
                    </a:cubicBezTo>
                    <a:lnTo>
                      <a:pt x="17" y="10"/>
                    </a:lnTo>
                    <a:close/>
                  </a:path>
                </a:pathLst>
              </a:custGeom>
              <a:solidFill>
                <a:schemeClr val="dk1"/>
              </a:solidFill>
              <a:ln>
                <a:noFill/>
              </a:ln>
            </p:spPr>
            <p:txBody>
              <a:bodyPr anchorCtr="0" anchor="t" bIns="32750" lIns="91425" spcFirstLastPara="1" rIns="91425" wrap="square" tIns="32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1" name="Google Shape;751;p8"/>
              <p:cNvSpPr/>
              <p:nvPr/>
            </p:nvSpPr>
            <p:spPr>
              <a:xfrm>
                <a:off x="5153400" y="1320840"/>
                <a:ext cx="65160" cy="65160"/>
              </a:xfrm>
              <a:custGeom>
                <a:rect b="b" l="l" r="r" t="t"/>
                <a:pathLst>
                  <a:path extrusionOk="0" h="19" w="19">
                    <a:moveTo>
                      <a:pt x="17" y="10"/>
                    </a:moveTo>
                    <a:cubicBezTo>
                      <a:pt x="15" y="10"/>
                      <a:pt x="15" y="10"/>
                      <a:pt x="15" y="10"/>
                    </a:cubicBezTo>
                    <a:cubicBezTo>
                      <a:pt x="15" y="13"/>
                      <a:pt x="13" y="15"/>
                      <a:pt x="10" y="15"/>
                    </a:cubicBezTo>
                    <a:cubicBezTo>
                      <a:pt x="7" y="15"/>
                      <a:pt x="4" y="13"/>
                      <a:pt x="4" y="10"/>
                    </a:cubicBezTo>
                    <a:cubicBezTo>
                      <a:pt x="4" y="7"/>
                      <a:pt x="7" y="4"/>
                      <a:pt x="10" y="4"/>
                    </a:cubicBezTo>
                    <a:cubicBezTo>
                      <a:pt x="13" y="4"/>
                      <a:pt x="15" y="7"/>
                      <a:pt x="15" y="10"/>
                    </a:cubicBezTo>
                    <a:cubicBezTo>
                      <a:pt x="17" y="10"/>
                      <a:pt x="17" y="10"/>
                      <a:pt x="17" y="10"/>
                    </a:cubicBezTo>
                    <a:cubicBezTo>
                      <a:pt x="19" y="10"/>
                      <a:pt x="19" y="10"/>
                      <a:pt x="19" y="10"/>
                    </a:cubicBezTo>
                    <a:cubicBezTo>
                      <a:pt x="19" y="4"/>
                      <a:pt x="15" y="0"/>
                      <a:pt x="10" y="0"/>
                    </a:cubicBezTo>
                    <a:cubicBezTo>
                      <a:pt x="5" y="0"/>
                      <a:pt x="0" y="4"/>
                      <a:pt x="0" y="10"/>
                    </a:cubicBezTo>
                    <a:cubicBezTo>
                      <a:pt x="0" y="15"/>
                      <a:pt x="5" y="19"/>
                      <a:pt x="10" y="19"/>
                    </a:cubicBezTo>
                    <a:cubicBezTo>
                      <a:pt x="15" y="19"/>
                      <a:pt x="19" y="15"/>
                      <a:pt x="19" y="10"/>
                    </a:cubicBezTo>
                    <a:lnTo>
                      <a:pt x="17" y="10"/>
                    </a:lnTo>
                    <a:close/>
                  </a:path>
                </a:pathLst>
              </a:custGeom>
              <a:solidFill>
                <a:schemeClr val="dk1"/>
              </a:solidFill>
              <a:ln>
                <a:noFill/>
              </a:ln>
            </p:spPr>
            <p:txBody>
              <a:bodyPr anchorCtr="0" anchor="t" bIns="32750" lIns="91425" spcFirstLastPara="1" rIns="91425" wrap="square" tIns="32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2" name="Google Shape;752;p8"/>
              <p:cNvSpPr/>
              <p:nvPr/>
            </p:nvSpPr>
            <p:spPr>
              <a:xfrm>
                <a:off x="5296680" y="1320840"/>
                <a:ext cx="65160" cy="65160"/>
              </a:xfrm>
              <a:custGeom>
                <a:rect b="b" l="l" r="r" t="t"/>
                <a:pathLst>
                  <a:path extrusionOk="0" h="19" w="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4" y="0"/>
                      <a:pt x="9" y="0"/>
                    </a:cubicBezTo>
                    <a:cubicBezTo>
                      <a:pt x="4" y="0"/>
                      <a:pt x="0" y="4"/>
                      <a:pt x="0" y="10"/>
                    </a:cubicBezTo>
                    <a:cubicBezTo>
                      <a:pt x="0" y="15"/>
                      <a:pt x="4" y="19"/>
                      <a:pt x="9" y="19"/>
                    </a:cubicBezTo>
                    <a:cubicBezTo>
                      <a:pt x="14" y="19"/>
                      <a:pt x="19" y="15"/>
                      <a:pt x="19" y="10"/>
                    </a:cubicBezTo>
                    <a:lnTo>
                      <a:pt x="17" y="10"/>
                    </a:lnTo>
                    <a:close/>
                  </a:path>
                </a:pathLst>
              </a:custGeom>
              <a:solidFill>
                <a:schemeClr val="dk1"/>
              </a:solidFill>
              <a:ln>
                <a:noFill/>
              </a:ln>
            </p:spPr>
            <p:txBody>
              <a:bodyPr anchorCtr="0" anchor="t" bIns="32750" lIns="91425" spcFirstLastPara="1" rIns="91425" wrap="square" tIns="32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3" name="Google Shape;753;p8"/>
              <p:cNvSpPr/>
              <p:nvPr/>
            </p:nvSpPr>
            <p:spPr>
              <a:xfrm>
                <a:off x="5558760" y="1331280"/>
                <a:ext cx="442080" cy="43920"/>
              </a:xfrm>
              <a:custGeom>
                <a:rect b="b" l="l" r="r" t="t"/>
                <a:pathLst>
                  <a:path extrusionOk="0" h="13" w="129">
                    <a:moveTo>
                      <a:pt x="123" y="13"/>
                    </a:moveTo>
                    <a:cubicBezTo>
                      <a:pt x="6" y="13"/>
                      <a:pt x="6" y="13"/>
                      <a:pt x="6" y="13"/>
                    </a:cubicBezTo>
                    <a:cubicBezTo>
                      <a:pt x="2" y="13"/>
                      <a:pt x="0" y="10"/>
                      <a:pt x="0" y="7"/>
                    </a:cubicBezTo>
                    <a:cubicBezTo>
                      <a:pt x="0" y="3"/>
                      <a:pt x="2" y="0"/>
                      <a:pt x="6" y="0"/>
                    </a:cubicBezTo>
                    <a:cubicBezTo>
                      <a:pt x="123" y="0"/>
                      <a:pt x="123" y="0"/>
                      <a:pt x="123" y="0"/>
                    </a:cubicBezTo>
                    <a:cubicBezTo>
                      <a:pt x="126" y="0"/>
                      <a:pt x="129" y="3"/>
                      <a:pt x="129" y="7"/>
                    </a:cubicBezTo>
                    <a:cubicBezTo>
                      <a:pt x="129" y="10"/>
                      <a:pt x="126" y="13"/>
                      <a:pt x="123"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4" name="Google Shape;754;p8"/>
              <p:cNvSpPr/>
              <p:nvPr/>
            </p:nvSpPr>
            <p:spPr>
              <a:xfrm>
                <a:off x="6123600" y="1331280"/>
                <a:ext cx="445680" cy="43920"/>
              </a:xfrm>
              <a:custGeom>
                <a:rect b="b" l="l" r="r" t="t"/>
                <a:pathLst>
                  <a:path extrusionOk="0" h="13" w="130">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5" name="Google Shape;755;p8"/>
              <p:cNvSpPr/>
              <p:nvPr/>
            </p:nvSpPr>
            <p:spPr>
              <a:xfrm>
                <a:off x="6693480" y="1331280"/>
                <a:ext cx="445680" cy="43920"/>
              </a:xfrm>
              <a:custGeom>
                <a:rect b="b" l="l" r="r" t="t"/>
                <a:pathLst>
                  <a:path extrusionOk="0" h="13" w="130">
                    <a:moveTo>
                      <a:pt x="123" y="13"/>
                    </a:moveTo>
                    <a:cubicBezTo>
                      <a:pt x="6" y="13"/>
                      <a:pt x="6" y="13"/>
                      <a:pt x="6" y="13"/>
                    </a:cubicBezTo>
                    <a:cubicBezTo>
                      <a:pt x="3" y="13"/>
                      <a:pt x="0" y="10"/>
                      <a:pt x="0" y="7"/>
                    </a:cubicBezTo>
                    <a:cubicBezTo>
                      <a:pt x="0" y="3"/>
                      <a:pt x="3" y="0"/>
                      <a:pt x="6" y="0"/>
                    </a:cubicBezTo>
                    <a:cubicBezTo>
                      <a:pt x="123" y="0"/>
                      <a:pt x="123" y="0"/>
                      <a:pt x="123" y="0"/>
                    </a:cubicBezTo>
                    <a:cubicBezTo>
                      <a:pt x="127" y="0"/>
                      <a:pt x="130" y="3"/>
                      <a:pt x="130" y="7"/>
                    </a:cubicBezTo>
                    <a:cubicBezTo>
                      <a:pt x="130" y="10"/>
                      <a:pt x="127" y="13"/>
                      <a:pt x="123"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6" name="Google Shape;756;p8"/>
              <p:cNvSpPr/>
              <p:nvPr/>
            </p:nvSpPr>
            <p:spPr>
              <a:xfrm>
                <a:off x="7260120" y="1331280"/>
                <a:ext cx="445680" cy="43920"/>
              </a:xfrm>
              <a:custGeom>
                <a:rect b="b" l="l" r="r" t="t"/>
                <a:pathLst>
                  <a:path extrusionOk="0" h="13" w="130">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757" name="Google Shape;757;p8"/>
            <p:cNvSpPr/>
            <p:nvPr/>
          </p:nvSpPr>
          <p:spPr>
            <a:xfrm>
              <a:off x="6242400" y="2282760"/>
              <a:ext cx="775800" cy="777600"/>
            </a:xfrm>
            <a:custGeom>
              <a:rect b="b" l="l" r="r" t="t"/>
              <a:pathLst>
                <a:path extrusionOk="0" h="572" w="571">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8" name="Google Shape;758;p8"/>
            <p:cNvSpPr/>
            <p:nvPr/>
          </p:nvSpPr>
          <p:spPr>
            <a:xfrm>
              <a:off x="5084640" y="2155320"/>
              <a:ext cx="1434600" cy="943560"/>
            </a:xfrm>
            <a:custGeom>
              <a:rect b="b" l="l" r="r" t="t"/>
              <a:pathLst>
                <a:path extrusionOk="0" h="284" w="433">
                  <a:moveTo>
                    <a:pt x="415" y="284"/>
                  </a:moveTo>
                  <a:cubicBezTo>
                    <a:pt x="17" y="284"/>
                    <a:pt x="17" y="284"/>
                    <a:pt x="17" y="284"/>
                  </a:cubicBezTo>
                  <a:cubicBezTo>
                    <a:pt x="8" y="284"/>
                    <a:pt x="0" y="277"/>
                    <a:pt x="0" y="267"/>
                  </a:cubicBezTo>
                  <a:cubicBezTo>
                    <a:pt x="0" y="17"/>
                    <a:pt x="0" y="17"/>
                    <a:pt x="0" y="17"/>
                  </a:cubicBezTo>
                  <a:cubicBezTo>
                    <a:pt x="0" y="7"/>
                    <a:pt x="8" y="0"/>
                    <a:pt x="17" y="0"/>
                  </a:cubicBezTo>
                  <a:cubicBezTo>
                    <a:pt x="415" y="0"/>
                    <a:pt x="415" y="0"/>
                    <a:pt x="415" y="0"/>
                  </a:cubicBezTo>
                  <a:cubicBezTo>
                    <a:pt x="425" y="0"/>
                    <a:pt x="433" y="7"/>
                    <a:pt x="433" y="17"/>
                  </a:cubicBezTo>
                  <a:cubicBezTo>
                    <a:pt x="433" y="267"/>
                    <a:pt x="433" y="267"/>
                    <a:pt x="433" y="267"/>
                  </a:cubicBezTo>
                  <a:cubicBezTo>
                    <a:pt x="433" y="277"/>
                    <a:pt x="425" y="284"/>
                    <a:pt x="415" y="284"/>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59" name="Google Shape;759;p8"/>
            <p:cNvSpPr/>
            <p:nvPr/>
          </p:nvSpPr>
          <p:spPr>
            <a:xfrm>
              <a:off x="5236920" y="2321280"/>
              <a:ext cx="1130040" cy="109080"/>
            </a:xfrm>
            <a:custGeom>
              <a:rect b="b" l="l" r="r" t="t"/>
              <a:pathLst>
                <a:path extrusionOk="0" h="33" w="341">
                  <a:moveTo>
                    <a:pt x="324" y="33"/>
                  </a:moveTo>
                  <a:cubicBezTo>
                    <a:pt x="16" y="33"/>
                    <a:pt x="16" y="33"/>
                    <a:pt x="16" y="33"/>
                  </a:cubicBezTo>
                  <a:cubicBezTo>
                    <a:pt x="7" y="33"/>
                    <a:pt x="0" y="26"/>
                    <a:pt x="0" y="17"/>
                  </a:cubicBezTo>
                  <a:cubicBezTo>
                    <a:pt x="0" y="8"/>
                    <a:pt x="7" y="0"/>
                    <a:pt x="16" y="0"/>
                  </a:cubicBezTo>
                  <a:cubicBezTo>
                    <a:pt x="324" y="0"/>
                    <a:pt x="324" y="0"/>
                    <a:pt x="324" y="0"/>
                  </a:cubicBezTo>
                  <a:cubicBezTo>
                    <a:pt x="334" y="0"/>
                    <a:pt x="341" y="8"/>
                    <a:pt x="341" y="17"/>
                  </a:cubicBezTo>
                  <a:cubicBezTo>
                    <a:pt x="341" y="26"/>
                    <a:pt x="334" y="33"/>
                    <a:pt x="324" y="33"/>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0" name="Google Shape;760;p8"/>
            <p:cNvSpPr/>
            <p:nvPr/>
          </p:nvSpPr>
          <p:spPr>
            <a:xfrm>
              <a:off x="5236920" y="2567520"/>
              <a:ext cx="298800" cy="298800"/>
            </a:xfrm>
            <a:custGeom>
              <a:rect b="b" l="l" r="r" t="t"/>
              <a:pathLst>
                <a:path extrusionOk="0" h="90" w="90">
                  <a:moveTo>
                    <a:pt x="79" y="90"/>
                  </a:moveTo>
                  <a:cubicBezTo>
                    <a:pt x="10" y="90"/>
                    <a:pt x="10" y="90"/>
                    <a:pt x="10" y="90"/>
                  </a:cubicBezTo>
                  <a:cubicBezTo>
                    <a:pt x="5" y="90"/>
                    <a:pt x="0" y="85"/>
                    <a:pt x="0" y="79"/>
                  </a:cubicBezTo>
                  <a:cubicBezTo>
                    <a:pt x="0" y="10"/>
                    <a:pt x="0" y="10"/>
                    <a:pt x="0" y="10"/>
                  </a:cubicBezTo>
                  <a:cubicBezTo>
                    <a:pt x="0" y="4"/>
                    <a:pt x="5" y="0"/>
                    <a:pt x="10" y="0"/>
                  </a:cubicBezTo>
                  <a:cubicBezTo>
                    <a:pt x="79" y="0"/>
                    <a:pt x="79" y="0"/>
                    <a:pt x="79" y="0"/>
                  </a:cubicBezTo>
                  <a:cubicBezTo>
                    <a:pt x="85" y="0"/>
                    <a:pt x="90" y="4"/>
                    <a:pt x="90" y="10"/>
                  </a:cubicBezTo>
                  <a:cubicBezTo>
                    <a:pt x="90" y="79"/>
                    <a:pt x="90" y="79"/>
                    <a:pt x="90" y="79"/>
                  </a:cubicBezTo>
                  <a:cubicBezTo>
                    <a:pt x="90" y="85"/>
                    <a:pt x="85" y="90"/>
                    <a:pt x="79" y="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1" name="Google Shape;761;p8"/>
            <p:cNvSpPr/>
            <p:nvPr/>
          </p:nvSpPr>
          <p:spPr>
            <a:xfrm>
              <a:off x="5296680" y="2627280"/>
              <a:ext cx="239040" cy="239040"/>
            </a:xfrm>
            <a:custGeom>
              <a:rect b="b" l="l" r="r" t="t"/>
              <a:pathLst>
                <a:path extrusionOk="0" h="140" w="140">
                  <a:moveTo>
                    <a:pt x="43" y="140"/>
                  </a:moveTo>
                  <a:lnTo>
                    <a:pt x="0" y="140"/>
                  </a:lnTo>
                  <a:lnTo>
                    <a:pt x="0" y="0"/>
                  </a:lnTo>
                  <a:lnTo>
                    <a:pt x="140" y="0"/>
                  </a:lnTo>
                  <a:lnTo>
                    <a:pt x="140" y="43"/>
                  </a:lnTo>
                  <a:lnTo>
                    <a:pt x="43" y="43"/>
                  </a:lnTo>
                  <a:lnTo>
                    <a:pt x="43" y="14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2" name="Google Shape;762;p8"/>
            <p:cNvSpPr/>
            <p:nvPr/>
          </p:nvSpPr>
          <p:spPr>
            <a:xfrm>
              <a:off x="5236920" y="2905920"/>
              <a:ext cx="298800" cy="27000"/>
            </a:xfrm>
            <a:custGeom>
              <a:rect b="b" l="l" r="r" t="t"/>
              <a:pathLst>
                <a:path extrusionOk="0" h="8" w="90">
                  <a:moveTo>
                    <a:pt x="85" y="8"/>
                  </a:moveTo>
                  <a:cubicBezTo>
                    <a:pt x="4" y="8"/>
                    <a:pt x="4" y="8"/>
                    <a:pt x="4" y="8"/>
                  </a:cubicBezTo>
                  <a:cubicBezTo>
                    <a:pt x="2" y="8"/>
                    <a:pt x="0" y="6"/>
                    <a:pt x="0" y="4"/>
                  </a:cubicBezTo>
                  <a:cubicBezTo>
                    <a:pt x="0" y="1"/>
                    <a:pt x="2" y="0"/>
                    <a:pt x="4" y="0"/>
                  </a:cubicBezTo>
                  <a:cubicBezTo>
                    <a:pt x="85" y="0"/>
                    <a:pt x="85" y="0"/>
                    <a:pt x="85" y="0"/>
                  </a:cubicBezTo>
                  <a:cubicBezTo>
                    <a:pt x="88" y="0"/>
                    <a:pt x="90" y="1"/>
                    <a:pt x="90" y="4"/>
                  </a:cubicBezTo>
                  <a:cubicBezTo>
                    <a:pt x="90" y="6"/>
                    <a:pt x="88" y="8"/>
                    <a:pt x="85" y="8"/>
                  </a:cubicBezTo>
                  <a:close/>
                </a:path>
              </a:pathLst>
            </a:custGeom>
            <a:solidFill>
              <a:schemeClr val="accent3"/>
            </a:solidFill>
            <a:ln>
              <a:noFill/>
            </a:ln>
          </p:spPr>
          <p:txBody>
            <a:bodyPr anchorCtr="0" anchor="t"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3" name="Google Shape;763;p8"/>
            <p:cNvSpPr/>
            <p:nvPr/>
          </p:nvSpPr>
          <p:spPr>
            <a:xfrm>
              <a:off x="5654160" y="2567520"/>
              <a:ext cx="295560" cy="298800"/>
            </a:xfrm>
            <a:custGeom>
              <a:rect b="b" l="l" r="r" t="t"/>
              <a:pathLst>
                <a:path extrusionOk="0" h="90" w="89">
                  <a:moveTo>
                    <a:pt x="79" y="90"/>
                  </a:moveTo>
                  <a:cubicBezTo>
                    <a:pt x="10" y="90"/>
                    <a:pt x="10" y="90"/>
                    <a:pt x="10" y="90"/>
                  </a:cubicBezTo>
                  <a:cubicBezTo>
                    <a:pt x="4" y="90"/>
                    <a:pt x="0" y="85"/>
                    <a:pt x="0" y="79"/>
                  </a:cubicBezTo>
                  <a:cubicBezTo>
                    <a:pt x="0" y="10"/>
                    <a:pt x="0" y="10"/>
                    <a:pt x="0" y="10"/>
                  </a:cubicBezTo>
                  <a:cubicBezTo>
                    <a:pt x="0" y="4"/>
                    <a:pt x="4" y="0"/>
                    <a:pt x="10" y="0"/>
                  </a:cubicBezTo>
                  <a:cubicBezTo>
                    <a:pt x="79" y="0"/>
                    <a:pt x="79" y="0"/>
                    <a:pt x="79" y="0"/>
                  </a:cubicBezTo>
                  <a:cubicBezTo>
                    <a:pt x="85" y="0"/>
                    <a:pt x="89" y="4"/>
                    <a:pt x="89" y="10"/>
                  </a:cubicBezTo>
                  <a:cubicBezTo>
                    <a:pt x="89" y="79"/>
                    <a:pt x="89" y="79"/>
                    <a:pt x="89" y="79"/>
                  </a:cubicBezTo>
                  <a:cubicBezTo>
                    <a:pt x="89" y="85"/>
                    <a:pt x="85" y="90"/>
                    <a:pt x="79" y="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4" name="Google Shape;764;p8"/>
            <p:cNvSpPr/>
            <p:nvPr/>
          </p:nvSpPr>
          <p:spPr>
            <a:xfrm>
              <a:off x="5710680" y="2627280"/>
              <a:ext cx="239040" cy="239040"/>
            </a:xfrm>
            <a:custGeom>
              <a:rect b="b" l="l" r="r" t="t"/>
              <a:pathLst>
                <a:path extrusionOk="0" h="72" w="72">
                  <a:moveTo>
                    <a:pt x="23" y="72"/>
                  </a:moveTo>
                  <a:cubicBezTo>
                    <a:pt x="0" y="72"/>
                    <a:pt x="0" y="72"/>
                    <a:pt x="0" y="72"/>
                  </a:cubicBezTo>
                  <a:cubicBezTo>
                    <a:pt x="0" y="32"/>
                    <a:pt x="0" y="32"/>
                    <a:pt x="0" y="32"/>
                  </a:cubicBezTo>
                  <a:cubicBezTo>
                    <a:pt x="0" y="14"/>
                    <a:pt x="15" y="0"/>
                    <a:pt x="33" y="0"/>
                  </a:cubicBezTo>
                  <a:cubicBezTo>
                    <a:pt x="72" y="0"/>
                    <a:pt x="72" y="0"/>
                    <a:pt x="72" y="0"/>
                  </a:cubicBezTo>
                  <a:cubicBezTo>
                    <a:pt x="72" y="22"/>
                    <a:pt x="72" y="22"/>
                    <a:pt x="72" y="22"/>
                  </a:cubicBezTo>
                  <a:cubicBezTo>
                    <a:pt x="33" y="22"/>
                    <a:pt x="33" y="22"/>
                    <a:pt x="33" y="22"/>
                  </a:cubicBezTo>
                  <a:cubicBezTo>
                    <a:pt x="28" y="22"/>
                    <a:pt x="23" y="27"/>
                    <a:pt x="23" y="32"/>
                  </a:cubicBezTo>
                  <a:lnTo>
                    <a:pt x="23" y="7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5" name="Google Shape;765;p8"/>
            <p:cNvSpPr/>
            <p:nvPr/>
          </p:nvSpPr>
          <p:spPr>
            <a:xfrm>
              <a:off x="5654160" y="2905920"/>
              <a:ext cx="295560" cy="27000"/>
            </a:xfrm>
            <a:custGeom>
              <a:rect b="b" l="l" r="r" t="t"/>
              <a:pathLst>
                <a:path extrusionOk="0" h="8" w="89">
                  <a:moveTo>
                    <a:pt x="85" y="8"/>
                  </a:moveTo>
                  <a:cubicBezTo>
                    <a:pt x="4" y="8"/>
                    <a:pt x="4" y="8"/>
                    <a:pt x="4" y="8"/>
                  </a:cubicBezTo>
                  <a:cubicBezTo>
                    <a:pt x="1" y="8"/>
                    <a:pt x="0" y="6"/>
                    <a:pt x="0" y="4"/>
                  </a:cubicBezTo>
                  <a:cubicBezTo>
                    <a:pt x="0" y="1"/>
                    <a:pt x="1" y="0"/>
                    <a:pt x="4" y="0"/>
                  </a:cubicBezTo>
                  <a:cubicBezTo>
                    <a:pt x="85" y="0"/>
                    <a:pt x="85" y="0"/>
                    <a:pt x="85" y="0"/>
                  </a:cubicBezTo>
                  <a:cubicBezTo>
                    <a:pt x="87" y="0"/>
                    <a:pt x="89" y="1"/>
                    <a:pt x="89" y="4"/>
                  </a:cubicBezTo>
                  <a:cubicBezTo>
                    <a:pt x="89" y="6"/>
                    <a:pt x="87" y="8"/>
                    <a:pt x="85" y="8"/>
                  </a:cubicBezTo>
                  <a:close/>
                </a:path>
              </a:pathLst>
            </a:custGeom>
            <a:solidFill>
              <a:schemeClr val="accent3"/>
            </a:solidFill>
            <a:ln>
              <a:noFill/>
            </a:ln>
          </p:spPr>
          <p:txBody>
            <a:bodyPr anchorCtr="0" anchor="t"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6" name="Google Shape;766;p8"/>
            <p:cNvSpPr/>
            <p:nvPr/>
          </p:nvSpPr>
          <p:spPr>
            <a:xfrm>
              <a:off x="6069600" y="2567520"/>
              <a:ext cx="297360" cy="298800"/>
            </a:xfrm>
            <a:custGeom>
              <a:rect b="b" l="l" r="r" t="t"/>
              <a:pathLst>
                <a:path extrusionOk="0" h="90" w="90">
                  <a:moveTo>
                    <a:pt x="80" y="90"/>
                  </a:moveTo>
                  <a:cubicBezTo>
                    <a:pt x="11" y="90"/>
                    <a:pt x="11" y="90"/>
                    <a:pt x="11" y="90"/>
                  </a:cubicBezTo>
                  <a:cubicBezTo>
                    <a:pt x="5" y="90"/>
                    <a:pt x="0" y="85"/>
                    <a:pt x="0" y="79"/>
                  </a:cubicBezTo>
                  <a:cubicBezTo>
                    <a:pt x="0" y="10"/>
                    <a:pt x="0" y="10"/>
                    <a:pt x="0" y="10"/>
                  </a:cubicBezTo>
                  <a:cubicBezTo>
                    <a:pt x="0" y="4"/>
                    <a:pt x="5" y="0"/>
                    <a:pt x="11" y="0"/>
                  </a:cubicBezTo>
                  <a:cubicBezTo>
                    <a:pt x="80" y="0"/>
                    <a:pt x="80" y="0"/>
                    <a:pt x="80" y="0"/>
                  </a:cubicBezTo>
                  <a:cubicBezTo>
                    <a:pt x="85" y="0"/>
                    <a:pt x="90" y="4"/>
                    <a:pt x="90" y="10"/>
                  </a:cubicBezTo>
                  <a:cubicBezTo>
                    <a:pt x="90" y="79"/>
                    <a:pt x="90" y="79"/>
                    <a:pt x="90" y="79"/>
                  </a:cubicBezTo>
                  <a:cubicBezTo>
                    <a:pt x="90" y="85"/>
                    <a:pt x="85" y="90"/>
                    <a:pt x="80" y="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7" name="Google Shape;767;p8"/>
            <p:cNvSpPr/>
            <p:nvPr/>
          </p:nvSpPr>
          <p:spPr>
            <a:xfrm>
              <a:off x="6069600" y="2905920"/>
              <a:ext cx="297360" cy="27000"/>
            </a:xfrm>
            <a:custGeom>
              <a:rect b="b" l="l" r="r" t="t"/>
              <a:pathLst>
                <a:path extrusionOk="0" h="8" w="90">
                  <a:moveTo>
                    <a:pt x="86" y="8"/>
                  </a:moveTo>
                  <a:cubicBezTo>
                    <a:pt x="4" y="8"/>
                    <a:pt x="4" y="8"/>
                    <a:pt x="4" y="8"/>
                  </a:cubicBezTo>
                  <a:cubicBezTo>
                    <a:pt x="2" y="8"/>
                    <a:pt x="0" y="6"/>
                    <a:pt x="0" y="4"/>
                  </a:cubicBezTo>
                  <a:cubicBezTo>
                    <a:pt x="0" y="1"/>
                    <a:pt x="2" y="0"/>
                    <a:pt x="4" y="0"/>
                  </a:cubicBezTo>
                  <a:cubicBezTo>
                    <a:pt x="86" y="0"/>
                    <a:pt x="86" y="0"/>
                    <a:pt x="86" y="0"/>
                  </a:cubicBezTo>
                  <a:cubicBezTo>
                    <a:pt x="88" y="0"/>
                    <a:pt x="90" y="1"/>
                    <a:pt x="90" y="4"/>
                  </a:cubicBezTo>
                  <a:cubicBezTo>
                    <a:pt x="90" y="6"/>
                    <a:pt x="88" y="8"/>
                    <a:pt x="86" y="8"/>
                  </a:cubicBezTo>
                  <a:close/>
                </a:path>
              </a:pathLst>
            </a:custGeom>
            <a:solidFill>
              <a:schemeClr val="accent3"/>
            </a:solidFill>
            <a:ln>
              <a:noFill/>
            </a:ln>
          </p:spPr>
          <p:txBody>
            <a:bodyPr anchorCtr="0" anchor="t"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8" name="Google Shape;768;p8"/>
            <p:cNvSpPr/>
            <p:nvPr/>
          </p:nvSpPr>
          <p:spPr>
            <a:xfrm>
              <a:off x="6127920" y="2627280"/>
              <a:ext cx="239040" cy="239040"/>
            </a:xfrm>
            <a:custGeom>
              <a:rect b="b" l="l" r="r" t="t"/>
              <a:pathLst>
                <a:path extrusionOk="0" h="140" w="140">
                  <a:moveTo>
                    <a:pt x="45" y="140"/>
                  </a:moveTo>
                  <a:lnTo>
                    <a:pt x="0" y="140"/>
                  </a:lnTo>
                  <a:lnTo>
                    <a:pt x="0" y="66"/>
                  </a:lnTo>
                  <a:lnTo>
                    <a:pt x="66" y="0"/>
                  </a:lnTo>
                  <a:lnTo>
                    <a:pt x="140" y="0"/>
                  </a:lnTo>
                  <a:lnTo>
                    <a:pt x="140" y="43"/>
                  </a:lnTo>
                  <a:lnTo>
                    <a:pt x="86" y="43"/>
                  </a:lnTo>
                  <a:lnTo>
                    <a:pt x="45" y="83"/>
                  </a:lnTo>
                  <a:lnTo>
                    <a:pt x="45" y="14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69" name="Google Shape;769;p8"/>
            <p:cNvSpPr/>
            <p:nvPr/>
          </p:nvSpPr>
          <p:spPr>
            <a:xfrm>
              <a:off x="5300280" y="2363760"/>
              <a:ext cx="606600" cy="30600"/>
            </a:xfrm>
            <a:custGeom>
              <a:rect b="b" l="l" r="r" t="t"/>
              <a:pathLst>
                <a:path extrusionOk="0" h="9" w="183">
                  <a:moveTo>
                    <a:pt x="179" y="0"/>
                  </a:moveTo>
                  <a:cubicBezTo>
                    <a:pt x="4" y="0"/>
                    <a:pt x="4" y="0"/>
                    <a:pt x="4" y="0"/>
                  </a:cubicBezTo>
                  <a:cubicBezTo>
                    <a:pt x="2" y="0"/>
                    <a:pt x="0" y="2"/>
                    <a:pt x="0" y="5"/>
                  </a:cubicBezTo>
                  <a:cubicBezTo>
                    <a:pt x="0" y="7"/>
                    <a:pt x="2" y="9"/>
                    <a:pt x="4" y="9"/>
                  </a:cubicBezTo>
                  <a:cubicBezTo>
                    <a:pt x="179" y="9"/>
                    <a:pt x="179" y="9"/>
                    <a:pt x="179" y="9"/>
                  </a:cubicBezTo>
                  <a:cubicBezTo>
                    <a:pt x="181" y="9"/>
                    <a:pt x="183" y="7"/>
                    <a:pt x="183" y="5"/>
                  </a:cubicBezTo>
                  <a:cubicBezTo>
                    <a:pt x="183" y="2"/>
                    <a:pt x="181" y="0"/>
                    <a:pt x="179" y="0"/>
                  </a:cubicBezTo>
                </a:path>
              </a:pathLst>
            </a:custGeom>
            <a:solidFill>
              <a:schemeClr val="accent3"/>
            </a:solidFill>
            <a:ln>
              <a:noFill/>
            </a:ln>
          </p:spPr>
          <p:txBody>
            <a:bodyPr anchorCtr="0" anchor="t" bIns="15475" lIns="91425" spcFirstLastPara="1" rIns="91425" wrap="square" tIns="15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0" name="Google Shape;770;p8"/>
            <p:cNvSpPr/>
            <p:nvPr/>
          </p:nvSpPr>
          <p:spPr>
            <a:xfrm>
              <a:off x="6247800" y="2360520"/>
              <a:ext cx="42480" cy="37440"/>
            </a:xfrm>
            <a:custGeom>
              <a:rect b="b" l="l" r="r" t="t"/>
              <a:pathLst>
                <a:path extrusionOk="0" h="22" w="25">
                  <a:moveTo>
                    <a:pt x="0" y="0"/>
                  </a:moveTo>
                  <a:lnTo>
                    <a:pt x="25" y="0"/>
                  </a:lnTo>
                  <a:lnTo>
                    <a:pt x="12" y="22"/>
                  </a:lnTo>
                  <a:lnTo>
                    <a:pt x="0" y="0"/>
                  </a:lnTo>
                  <a:close/>
                </a:path>
              </a:pathLst>
            </a:custGeom>
            <a:solidFill>
              <a:schemeClr val="lt1"/>
            </a:solidFill>
            <a:ln>
              <a:noFill/>
            </a:ln>
          </p:spPr>
          <p:txBody>
            <a:bodyPr anchorCtr="0" anchor="t" bIns="18700" lIns="91425" spcFirstLastPara="1" rIns="91425" wrap="square" tIns="18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1" name="Google Shape;771;p8"/>
            <p:cNvSpPr/>
            <p:nvPr/>
          </p:nvSpPr>
          <p:spPr>
            <a:xfrm>
              <a:off x="5977080" y="1517760"/>
              <a:ext cx="928440" cy="802800"/>
            </a:xfrm>
            <a:custGeom>
              <a:rect b="b" l="l" r="r" t="t"/>
              <a:pathLst>
                <a:path extrusionOk="0" h="260" w="302">
                  <a:moveTo>
                    <a:pt x="284" y="0"/>
                  </a:moveTo>
                  <a:cubicBezTo>
                    <a:pt x="18" y="0"/>
                    <a:pt x="18" y="0"/>
                    <a:pt x="18" y="0"/>
                  </a:cubicBezTo>
                  <a:cubicBezTo>
                    <a:pt x="8" y="0"/>
                    <a:pt x="0" y="7"/>
                    <a:pt x="0" y="17"/>
                  </a:cubicBezTo>
                  <a:cubicBezTo>
                    <a:pt x="0" y="184"/>
                    <a:pt x="0" y="184"/>
                    <a:pt x="0" y="184"/>
                  </a:cubicBezTo>
                  <a:cubicBezTo>
                    <a:pt x="0" y="194"/>
                    <a:pt x="8" y="202"/>
                    <a:pt x="18" y="202"/>
                  </a:cubicBezTo>
                  <a:cubicBezTo>
                    <a:pt x="23" y="202"/>
                    <a:pt x="23" y="202"/>
                    <a:pt x="23" y="202"/>
                  </a:cubicBezTo>
                  <a:cubicBezTo>
                    <a:pt x="23" y="255"/>
                    <a:pt x="23" y="255"/>
                    <a:pt x="23" y="255"/>
                  </a:cubicBezTo>
                  <a:cubicBezTo>
                    <a:pt x="23" y="258"/>
                    <a:pt x="27" y="260"/>
                    <a:pt x="29" y="257"/>
                  </a:cubicBezTo>
                  <a:cubicBezTo>
                    <a:pt x="64" y="202"/>
                    <a:pt x="64" y="202"/>
                    <a:pt x="64" y="202"/>
                  </a:cubicBezTo>
                  <a:cubicBezTo>
                    <a:pt x="284" y="202"/>
                    <a:pt x="284" y="202"/>
                    <a:pt x="284" y="202"/>
                  </a:cubicBezTo>
                  <a:cubicBezTo>
                    <a:pt x="294" y="202"/>
                    <a:pt x="302" y="194"/>
                    <a:pt x="302" y="184"/>
                  </a:cubicBezTo>
                  <a:cubicBezTo>
                    <a:pt x="302" y="17"/>
                    <a:pt x="302" y="17"/>
                    <a:pt x="302" y="17"/>
                  </a:cubicBezTo>
                  <a:cubicBezTo>
                    <a:pt x="302" y="7"/>
                    <a:pt x="294" y="0"/>
                    <a:pt x="284"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2" name="Google Shape;772;p8"/>
            <p:cNvSpPr/>
            <p:nvPr/>
          </p:nvSpPr>
          <p:spPr>
            <a:xfrm>
              <a:off x="6242400" y="1808280"/>
              <a:ext cx="226800" cy="228240"/>
            </a:xfrm>
            <a:custGeom>
              <a:rect b="b" l="l" r="r" t="t"/>
              <a:pathLst>
                <a:path extrusionOk="0" h="74" w="74">
                  <a:moveTo>
                    <a:pt x="65" y="39"/>
                  </a:moveTo>
                  <a:cubicBezTo>
                    <a:pt x="74" y="0"/>
                    <a:pt x="74" y="0"/>
                    <a:pt x="74" y="0"/>
                  </a:cubicBezTo>
                  <a:cubicBezTo>
                    <a:pt x="36" y="9"/>
                    <a:pt x="36" y="9"/>
                    <a:pt x="36" y="9"/>
                  </a:cubicBezTo>
                  <a:cubicBezTo>
                    <a:pt x="43" y="17"/>
                    <a:pt x="43" y="17"/>
                    <a:pt x="43" y="17"/>
                  </a:cubicBezTo>
                  <a:cubicBezTo>
                    <a:pt x="2" y="50"/>
                    <a:pt x="2" y="50"/>
                    <a:pt x="2" y="50"/>
                  </a:cubicBezTo>
                  <a:cubicBezTo>
                    <a:pt x="0" y="51"/>
                    <a:pt x="0" y="54"/>
                    <a:pt x="2" y="56"/>
                  </a:cubicBezTo>
                  <a:cubicBezTo>
                    <a:pt x="18" y="72"/>
                    <a:pt x="18" y="72"/>
                    <a:pt x="18" y="72"/>
                  </a:cubicBezTo>
                  <a:cubicBezTo>
                    <a:pt x="20" y="74"/>
                    <a:pt x="23" y="74"/>
                    <a:pt x="24" y="72"/>
                  </a:cubicBezTo>
                  <a:cubicBezTo>
                    <a:pt x="57" y="31"/>
                    <a:pt x="57" y="31"/>
                    <a:pt x="57" y="31"/>
                  </a:cubicBezTo>
                  <a:lnTo>
                    <a:pt x="65" y="39"/>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3" name="Google Shape;773;p8"/>
            <p:cNvSpPr/>
            <p:nvPr/>
          </p:nvSpPr>
          <p:spPr>
            <a:xfrm>
              <a:off x="6091560" y="1724400"/>
              <a:ext cx="707760" cy="126720"/>
            </a:xfrm>
            <a:custGeom>
              <a:rect b="b" l="l" r="r" t="t"/>
              <a:pathLst>
                <a:path extrusionOk="0" h="41" w="230">
                  <a:moveTo>
                    <a:pt x="3" y="24"/>
                  </a:moveTo>
                  <a:cubicBezTo>
                    <a:pt x="20" y="10"/>
                    <a:pt x="37" y="5"/>
                    <a:pt x="55" y="5"/>
                  </a:cubicBezTo>
                  <a:cubicBezTo>
                    <a:pt x="79" y="5"/>
                    <a:pt x="103" y="14"/>
                    <a:pt x="126" y="23"/>
                  </a:cubicBezTo>
                  <a:cubicBezTo>
                    <a:pt x="150" y="32"/>
                    <a:pt x="172" y="41"/>
                    <a:pt x="192" y="41"/>
                  </a:cubicBezTo>
                  <a:cubicBezTo>
                    <a:pt x="206" y="41"/>
                    <a:pt x="219" y="36"/>
                    <a:pt x="230" y="24"/>
                  </a:cubicBezTo>
                  <a:cubicBezTo>
                    <a:pt x="226" y="21"/>
                    <a:pt x="226" y="21"/>
                    <a:pt x="226" y="21"/>
                  </a:cubicBezTo>
                  <a:cubicBezTo>
                    <a:pt x="217" y="32"/>
                    <a:pt x="205" y="37"/>
                    <a:pt x="192" y="37"/>
                  </a:cubicBezTo>
                  <a:cubicBezTo>
                    <a:pt x="173" y="37"/>
                    <a:pt x="151" y="28"/>
                    <a:pt x="128" y="19"/>
                  </a:cubicBezTo>
                  <a:cubicBezTo>
                    <a:pt x="105" y="10"/>
                    <a:pt x="80" y="0"/>
                    <a:pt x="55" y="0"/>
                  </a:cubicBezTo>
                  <a:cubicBezTo>
                    <a:pt x="36" y="0"/>
                    <a:pt x="17" y="6"/>
                    <a:pt x="0" y="20"/>
                  </a:cubicBezTo>
                  <a:cubicBezTo>
                    <a:pt x="3" y="24"/>
                    <a:pt x="3" y="24"/>
                    <a:pt x="3" y="2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4" name="Google Shape;774;p8"/>
            <p:cNvSpPr/>
            <p:nvPr/>
          </p:nvSpPr>
          <p:spPr>
            <a:xfrm>
              <a:off x="6019920" y="1703520"/>
              <a:ext cx="147240" cy="183960"/>
            </a:xfrm>
            <a:custGeom>
              <a:rect b="b" l="l" r="r" t="t"/>
              <a:pathLst>
                <a:path extrusionOk="0" h="116" w="93">
                  <a:moveTo>
                    <a:pt x="6" y="116"/>
                  </a:moveTo>
                  <a:lnTo>
                    <a:pt x="93" y="4"/>
                  </a:lnTo>
                  <a:lnTo>
                    <a:pt x="87" y="0"/>
                  </a:lnTo>
                  <a:lnTo>
                    <a:pt x="0" y="113"/>
                  </a:lnTo>
                  <a:lnTo>
                    <a:pt x="6" y="116"/>
                  </a:lnTo>
                  <a:close/>
                </a:path>
              </a:pathLst>
            </a:custGeom>
            <a:solidFill>
              <a:srgbClr val="65A2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5" name="Google Shape;775;p8"/>
            <p:cNvSpPr/>
            <p:nvPr/>
          </p:nvSpPr>
          <p:spPr>
            <a:xfrm>
              <a:off x="6019920" y="1703520"/>
              <a:ext cx="147240" cy="183960"/>
            </a:xfrm>
            <a:custGeom>
              <a:rect b="b" l="l" r="r" t="t"/>
              <a:pathLst>
                <a:path extrusionOk="0" h="116" w="93">
                  <a:moveTo>
                    <a:pt x="6" y="116"/>
                  </a:moveTo>
                  <a:lnTo>
                    <a:pt x="93" y="4"/>
                  </a:lnTo>
                  <a:lnTo>
                    <a:pt x="87" y="0"/>
                  </a:lnTo>
                  <a:lnTo>
                    <a:pt x="0" y="113"/>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6" name="Google Shape;776;p8"/>
            <p:cNvSpPr/>
            <p:nvPr/>
          </p:nvSpPr>
          <p:spPr>
            <a:xfrm>
              <a:off x="6010560" y="1870200"/>
              <a:ext cx="31320" cy="29880"/>
            </a:xfrm>
            <a:custGeom>
              <a:rect b="b" l="l" r="r" t="t"/>
              <a:pathLst>
                <a:path extrusionOk="0" h="10" w="10">
                  <a:moveTo>
                    <a:pt x="8" y="1"/>
                  </a:moveTo>
                  <a:cubicBezTo>
                    <a:pt x="10" y="3"/>
                    <a:pt x="10" y="6"/>
                    <a:pt x="9" y="8"/>
                  </a:cubicBezTo>
                  <a:cubicBezTo>
                    <a:pt x="7" y="10"/>
                    <a:pt x="4" y="10"/>
                    <a:pt x="2" y="8"/>
                  </a:cubicBezTo>
                  <a:cubicBezTo>
                    <a:pt x="0" y="7"/>
                    <a:pt x="0" y="4"/>
                    <a:pt x="1" y="2"/>
                  </a:cubicBezTo>
                  <a:cubicBezTo>
                    <a:pt x="3" y="0"/>
                    <a:pt x="6" y="0"/>
                    <a:pt x="8" y="1"/>
                  </a:cubicBezTo>
                  <a:close/>
                </a:path>
              </a:pathLst>
            </a:custGeom>
            <a:solidFill>
              <a:schemeClr val="lt1"/>
            </a:solidFill>
            <a:ln>
              <a:noFill/>
            </a:ln>
          </p:spPr>
          <p:txBody>
            <a:bodyPr anchorCtr="0" anchor="t"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7" name="Google Shape;777;p8"/>
            <p:cNvSpPr/>
            <p:nvPr/>
          </p:nvSpPr>
          <p:spPr>
            <a:xfrm>
              <a:off x="6147000" y="1687680"/>
              <a:ext cx="33120" cy="33120"/>
            </a:xfrm>
            <a:custGeom>
              <a:rect b="b" l="l" r="r" t="t"/>
              <a:pathLst>
                <a:path extrusionOk="0" h="11" w="11">
                  <a:moveTo>
                    <a:pt x="8" y="2"/>
                  </a:moveTo>
                  <a:cubicBezTo>
                    <a:pt x="10" y="4"/>
                    <a:pt x="11" y="6"/>
                    <a:pt x="9" y="8"/>
                  </a:cubicBezTo>
                  <a:cubicBezTo>
                    <a:pt x="8" y="10"/>
                    <a:pt x="5" y="11"/>
                    <a:pt x="3" y="9"/>
                  </a:cubicBezTo>
                  <a:cubicBezTo>
                    <a:pt x="1" y="8"/>
                    <a:pt x="0" y="5"/>
                    <a:pt x="2" y="3"/>
                  </a:cubicBezTo>
                  <a:cubicBezTo>
                    <a:pt x="4" y="1"/>
                    <a:pt x="6" y="0"/>
                    <a:pt x="8" y="2"/>
                  </a:cubicBezTo>
                  <a:close/>
                </a:path>
              </a:pathLst>
            </a:custGeom>
            <a:solidFill>
              <a:schemeClr val="lt1"/>
            </a:solidFill>
            <a:ln>
              <a:noFill/>
            </a:ln>
          </p:spPr>
          <p:txBody>
            <a:bodyPr anchorCtr="0" anchor="t" bIns="16550" lIns="91425" spcFirstLastPara="1" rIns="91425" wrap="square" tIns="16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8" name="Google Shape;778;p8"/>
            <p:cNvSpPr/>
            <p:nvPr/>
          </p:nvSpPr>
          <p:spPr>
            <a:xfrm>
              <a:off x="6062760" y="1762200"/>
              <a:ext cx="64800" cy="64800"/>
            </a:xfrm>
            <a:custGeom>
              <a:rect b="b" l="l" r="r" t="t"/>
              <a:pathLst>
                <a:path extrusionOk="0" h="21" w="21">
                  <a:moveTo>
                    <a:pt x="16" y="3"/>
                  </a:moveTo>
                  <a:cubicBezTo>
                    <a:pt x="20" y="6"/>
                    <a:pt x="21" y="12"/>
                    <a:pt x="18" y="16"/>
                  </a:cubicBezTo>
                  <a:cubicBezTo>
                    <a:pt x="15" y="21"/>
                    <a:pt x="9" y="21"/>
                    <a:pt x="5" y="18"/>
                  </a:cubicBezTo>
                  <a:cubicBezTo>
                    <a:pt x="0" y="15"/>
                    <a:pt x="0" y="9"/>
                    <a:pt x="3" y="5"/>
                  </a:cubicBezTo>
                  <a:cubicBezTo>
                    <a:pt x="6" y="1"/>
                    <a:pt x="12" y="0"/>
                    <a:pt x="16" y="3"/>
                  </a:cubicBezTo>
                  <a:close/>
                </a:path>
              </a:pathLst>
            </a:custGeom>
            <a:solidFill>
              <a:schemeClr val="lt1"/>
            </a:solidFill>
            <a:ln>
              <a:noFill/>
            </a:ln>
          </p:spPr>
          <p:txBody>
            <a:bodyPr anchorCtr="0" anchor="t" bIns="32400" lIns="91425" spcFirstLastPara="1" rIns="91425" wrap="square" tIns="32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9" name="Google Shape;779;p8"/>
            <p:cNvSpPr/>
            <p:nvPr/>
          </p:nvSpPr>
          <p:spPr>
            <a:xfrm>
              <a:off x="6718320" y="1703520"/>
              <a:ext cx="147240" cy="183960"/>
            </a:xfrm>
            <a:custGeom>
              <a:rect b="b" l="l" r="r" t="t"/>
              <a:pathLst>
                <a:path extrusionOk="0" h="116" w="93">
                  <a:moveTo>
                    <a:pt x="6" y="116"/>
                  </a:moveTo>
                  <a:lnTo>
                    <a:pt x="93" y="4"/>
                  </a:lnTo>
                  <a:lnTo>
                    <a:pt x="87" y="0"/>
                  </a:lnTo>
                  <a:lnTo>
                    <a:pt x="0" y="113"/>
                  </a:lnTo>
                  <a:lnTo>
                    <a:pt x="6" y="116"/>
                  </a:lnTo>
                  <a:close/>
                </a:path>
              </a:pathLst>
            </a:custGeom>
            <a:solidFill>
              <a:srgbClr val="65A2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80" name="Google Shape;780;p8"/>
            <p:cNvSpPr/>
            <p:nvPr/>
          </p:nvSpPr>
          <p:spPr>
            <a:xfrm>
              <a:off x="6718320" y="1703520"/>
              <a:ext cx="147240" cy="183960"/>
            </a:xfrm>
            <a:custGeom>
              <a:rect b="b" l="l" r="r" t="t"/>
              <a:pathLst>
                <a:path extrusionOk="0" h="116" w="93">
                  <a:moveTo>
                    <a:pt x="6" y="116"/>
                  </a:moveTo>
                  <a:lnTo>
                    <a:pt x="93" y="4"/>
                  </a:lnTo>
                  <a:lnTo>
                    <a:pt x="87" y="0"/>
                  </a:lnTo>
                  <a:lnTo>
                    <a:pt x="0" y="113"/>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81" name="Google Shape;781;p8"/>
            <p:cNvSpPr/>
            <p:nvPr/>
          </p:nvSpPr>
          <p:spPr>
            <a:xfrm>
              <a:off x="6708960" y="1870200"/>
              <a:ext cx="31320" cy="29880"/>
            </a:xfrm>
            <a:custGeom>
              <a:rect b="b" l="l" r="r" t="t"/>
              <a:pathLst>
                <a:path extrusionOk="0" h="10" w="10">
                  <a:moveTo>
                    <a:pt x="8" y="1"/>
                  </a:moveTo>
                  <a:cubicBezTo>
                    <a:pt x="10" y="3"/>
                    <a:pt x="10" y="6"/>
                    <a:pt x="9" y="8"/>
                  </a:cubicBezTo>
                  <a:cubicBezTo>
                    <a:pt x="7" y="10"/>
                    <a:pt x="4" y="10"/>
                    <a:pt x="2" y="8"/>
                  </a:cubicBezTo>
                  <a:cubicBezTo>
                    <a:pt x="0" y="7"/>
                    <a:pt x="0" y="4"/>
                    <a:pt x="1" y="2"/>
                  </a:cubicBezTo>
                  <a:cubicBezTo>
                    <a:pt x="3" y="0"/>
                    <a:pt x="6" y="0"/>
                    <a:pt x="8" y="1"/>
                  </a:cubicBezTo>
                  <a:close/>
                </a:path>
              </a:pathLst>
            </a:custGeom>
            <a:solidFill>
              <a:schemeClr val="lt1"/>
            </a:solidFill>
            <a:ln>
              <a:noFill/>
            </a:ln>
          </p:spPr>
          <p:txBody>
            <a:bodyPr anchorCtr="0" anchor="t"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82" name="Google Shape;782;p8"/>
            <p:cNvSpPr/>
            <p:nvPr/>
          </p:nvSpPr>
          <p:spPr>
            <a:xfrm>
              <a:off x="6845400" y="1687680"/>
              <a:ext cx="33120" cy="33120"/>
            </a:xfrm>
            <a:custGeom>
              <a:rect b="b" l="l" r="r" t="t"/>
              <a:pathLst>
                <a:path extrusionOk="0" h="11" w="11">
                  <a:moveTo>
                    <a:pt x="8" y="2"/>
                  </a:moveTo>
                  <a:cubicBezTo>
                    <a:pt x="10" y="4"/>
                    <a:pt x="11" y="6"/>
                    <a:pt x="9" y="8"/>
                  </a:cubicBezTo>
                  <a:cubicBezTo>
                    <a:pt x="8" y="10"/>
                    <a:pt x="5" y="11"/>
                    <a:pt x="3" y="9"/>
                  </a:cubicBezTo>
                  <a:cubicBezTo>
                    <a:pt x="1" y="8"/>
                    <a:pt x="0" y="5"/>
                    <a:pt x="2" y="3"/>
                  </a:cubicBezTo>
                  <a:cubicBezTo>
                    <a:pt x="3" y="1"/>
                    <a:pt x="6" y="0"/>
                    <a:pt x="8" y="2"/>
                  </a:cubicBezTo>
                  <a:close/>
                </a:path>
              </a:pathLst>
            </a:custGeom>
            <a:solidFill>
              <a:schemeClr val="lt1"/>
            </a:solidFill>
            <a:ln>
              <a:noFill/>
            </a:ln>
          </p:spPr>
          <p:txBody>
            <a:bodyPr anchorCtr="0" anchor="t" bIns="16550" lIns="91425" spcFirstLastPara="1" rIns="91425" wrap="square" tIns="16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83" name="Google Shape;783;p8"/>
            <p:cNvSpPr/>
            <p:nvPr/>
          </p:nvSpPr>
          <p:spPr>
            <a:xfrm>
              <a:off x="6758280" y="1762200"/>
              <a:ext cx="68040" cy="64800"/>
            </a:xfrm>
            <a:custGeom>
              <a:rect b="b" l="l" r="r" t="t"/>
              <a:pathLst>
                <a:path extrusionOk="0" h="21" w="22">
                  <a:moveTo>
                    <a:pt x="17" y="3"/>
                  </a:moveTo>
                  <a:cubicBezTo>
                    <a:pt x="21" y="6"/>
                    <a:pt x="22" y="12"/>
                    <a:pt x="19" y="16"/>
                  </a:cubicBezTo>
                  <a:cubicBezTo>
                    <a:pt x="16" y="21"/>
                    <a:pt x="10" y="21"/>
                    <a:pt x="5" y="18"/>
                  </a:cubicBezTo>
                  <a:cubicBezTo>
                    <a:pt x="1" y="15"/>
                    <a:pt x="0" y="9"/>
                    <a:pt x="4" y="5"/>
                  </a:cubicBezTo>
                  <a:cubicBezTo>
                    <a:pt x="7" y="1"/>
                    <a:pt x="13" y="0"/>
                    <a:pt x="17" y="3"/>
                  </a:cubicBezTo>
                  <a:close/>
                </a:path>
              </a:pathLst>
            </a:custGeom>
            <a:solidFill>
              <a:schemeClr val="lt1"/>
            </a:solidFill>
            <a:ln>
              <a:noFill/>
            </a:ln>
          </p:spPr>
          <p:txBody>
            <a:bodyPr anchorCtr="0" anchor="t" bIns="32400" lIns="91425" spcFirstLastPara="1" rIns="91425" wrap="square" tIns="32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84" name="Google Shape;784;p8"/>
            <p:cNvSpPr/>
            <p:nvPr/>
          </p:nvSpPr>
          <p:spPr>
            <a:xfrm>
              <a:off x="5053320" y="3663000"/>
              <a:ext cx="1945800" cy="501120"/>
            </a:xfrm>
            <a:custGeom>
              <a:rect b="b" l="l" r="r" t="t"/>
              <a:pathLst>
                <a:path extrusionOk="0" h="248" w="961">
                  <a:moveTo>
                    <a:pt x="961" y="248"/>
                  </a:moveTo>
                  <a:cubicBezTo>
                    <a:pt x="904" y="105"/>
                    <a:pt x="711" y="0"/>
                    <a:pt x="480" y="0"/>
                  </a:cubicBezTo>
                  <a:cubicBezTo>
                    <a:pt x="250" y="0"/>
                    <a:pt x="56" y="105"/>
                    <a:pt x="0" y="248"/>
                  </a:cubicBezTo>
                  <a:lnTo>
                    <a:pt x="961" y="24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85" name="Google Shape;785;p8"/>
            <p:cNvSpPr/>
            <p:nvPr/>
          </p:nvSpPr>
          <p:spPr>
            <a:xfrm>
              <a:off x="6826320" y="3306600"/>
              <a:ext cx="1252080" cy="861480"/>
            </a:xfrm>
            <a:custGeom>
              <a:rect b="b" l="l" r="r" t="t"/>
              <a:pathLst>
                <a:path extrusionOk="0" h="426" w="618">
                  <a:moveTo>
                    <a:pt x="598" y="426"/>
                  </a:moveTo>
                  <a:cubicBezTo>
                    <a:pt x="605" y="396"/>
                    <a:pt x="618" y="332"/>
                    <a:pt x="599" y="289"/>
                  </a:cubicBezTo>
                  <a:cubicBezTo>
                    <a:pt x="572" y="232"/>
                    <a:pt x="552" y="244"/>
                    <a:pt x="558" y="156"/>
                  </a:cubicBezTo>
                  <a:cubicBezTo>
                    <a:pt x="560" y="114"/>
                    <a:pt x="547" y="16"/>
                    <a:pt x="475" y="7"/>
                  </a:cubicBezTo>
                  <a:cubicBezTo>
                    <a:pt x="411" y="0"/>
                    <a:pt x="371" y="70"/>
                    <a:pt x="337" y="124"/>
                  </a:cubicBezTo>
                  <a:cubicBezTo>
                    <a:pt x="303" y="178"/>
                    <a:pt x="261" y="139"/>
                    <a:pt x="234" y="215"/>
                  </a:cubicBezTo>
                  <a:cubicBezTo>
                    <a:pt x="207" y="292"/>
                    <a:pt x="163" y="315"/>
                    <a:pt x="124" y="323"/>
                  </a:cubicBezTo>
                  <a:cubicBezTo>
                    <a:pt x="38" y="340"/>
                    <a:pt x="12" y="363"/>
                    <a:pt x="0" y="426"/>
                  </a:cubicBezTo>
                  <a:lnTo>
                    <a:pt x="598" y="42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cxnSp>
          <p:nvCxnSpPr>
            <p:cNvPr id="786" name="Google Shape;786;p8"/>
            <p:cNvCxnSpPr/>
            <p:nvPr/>
          </p:nvCxnSpPr>
          <p:spPr>
            <a:xfrm>
              <a:off x="4822920" y="4165560"/>
              <a:ext cx="4021560" cy="360"/>
            </a:xfrm>
            <a:prstGeom prst="straightConnector1">
              <a:avLst/>
            </a:prstGeom>
            <a:noFill/>
            <a:ln cap="flat" cmpd="sng" w="9525">
              <a:solidFill>
                <a:srgbClr val="FFFEF4"/>
              </a:solidFill>
              <a:prstDash val="solid"/>
              <a:round/>
              <a:headEnd len="sm" w="sm" type="none"/>
              <a:tailEnd len="sm" w="sm" type="none"/>
            </a:ln>
          </p:spPr>
        </p:cxnSp>
        <p:sp>
          <p:nvSpPr>
            <p:cNvPr id="787" name="Google Shape;787;p8"/>
            <p:cNvSpPr/>
            <p:nvPr/>
          </p:nvSpPr>
          <p:spPr>
            <a:xfrm>
              <a:off x="7804080" y="997920"/>
              <a:ext cx="709920" cy="322200"/>
            </a:xfrm>
            <a:custGeom>
              <a:rect b="b" l="l" r="r" t="t"/>
              <a:pathLst>
                <a:path extrusionOk="0" h="439" w="968">
                  <a:moveTo>
                    <a:pt x="882" y="266"/>
                  </a:moveTo>
                  <a:cubicBezTo>
                    <a:pt x="847" y="266"/>
                    <a:pt x="847" y="266"/>
                    <a:pt x="847" y="266"/>
                  </a:cubicBezTo>
                  <a:cubicBezTo>
                    <a:pt x="847" y="119"/>
                    <a:pt x="727" y="0"/>
                    <a:pt x="580" y="0"/>
                  </a:cubicBezTo>
                  <a:cubicBezTo>
                    <a:pt x="472" y="0"/>
                    <a:pt x="379" y="65"/>
                    <a:pt x="337" y="158"/>
                  </a:cubicBezTo>
                  <a:cubicBezTo>
                    <a:pt x="319" y="147"/>
                    <a:pt x="297" y="141"/>
                    <a:pt x="274" y="141"/>
                  </a:cubicBezTo>
                  <a:cubicBezTo>
                    <a:pt x="205" y="141"/>
                    <a:pt x="149" y="197"/>
                    <a:pt x="149" y="266"/>
                  </a:cubicBezTo>
                  <a:cubicBezTo>
                    <a:pt x="86" y="266"/>
                    <a:pt x="86" y="266"/>
                    <a:pt x="86" y="266"/>
                  </a:cubicBezTo>
                  <a:cubicBezTo>
                    <a:pt x="39" y="266"/>
                    <a:pt x="0" y="305"/>
                    <a:pt x="0" y="353"/>
                  </a:cubicBezTo>
                  <a:cubicBezTo>
                    <a:pt x="0" y="401"/>
                    <a:pt x="39" y="439"/>
                    <a:pt x="86" y="439"/>
                  </a:cubicBezTo>
                  <a:cubicBezTo>
                    <a:pt x="882" y="439"/>
                    <a:pt x="882" y="439"/>
                    <a:pt x="882" y="439"/>
                  </a:cubicBezTo>
                  <a:cubicBezTo>
                    <a:pt x="929" y="439"/>
                    <a:pt x="968" y="401"/>
                    <a:pt x="968" y="353"/>
                  </a:cubicBezTo>
                  <a:cubicBezTo>
                    <a:pt x="968" y="305"/>
                    <a:pt x="929" y="266"/>
                    <a:pt x="882" y="26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788" name="Google Shape;788;p8"/>
            <p:cNvGrpSpPr/>
            <p:nvPr/>
          </p:nvGrpSpPr>
          <p:grpSpPr>
            <a:xfrm>
              <a:off x="6999480" y="1776960"/>
              <a:ext cx="1894320" cy="2387520"/>
              <a:chOff x="6999480" y="1776960"/>
              <a:chExt cx="1894320" cy="2387520"/>
            </a:xfrm>
          </p:grpSpPr>
          <p:sp>
            <p:nvSpPr>
              <p:cNvPr id="789" name="Google Shape;789;p8"/>
              <p:cNvSpPr/>
              <p:nvPr/>
            </p:nvSpPr>
            <p:spPr>
              <a:xfrm flipH="1">
                <a:off x="7671960" y="2715480"/>
                <a:ext cx="734760" cy="14490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0" name="Google Shape;790;p8"/>
              <p:cNvSpPr/>
              <p:nvPr/>
            </p:nvSpPr>
            <p:spPr>
              <a:xfrm flipH="1">
                <a:off x="7832880" y="2656440"/>
                <a:ext cx="863280" cy="61560"/>
              </a:xfrm>
              <a:prstGeom prst="rect">
                <a:avLst/>
              </a:prstGeom>
              <a:solidFill>
                <a:schemeClr val="dk1"/>
              </a:solidFill>
              <a:ln>
                <a:noFill/>
              </a:ln>
            </p:spPr>
            <p:txBody>
              <a:bodyPr anchorCtr="0" anchor="t" bIns="30950" lIns="91425" spcFirstLastPara="1" rIns="91425" wrap="square" tIns="30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1" name="Google Shape;791;p8"/>
              <p:cNvSpPr/>
              <p:nvPr/>
            </p:nvSpPr>
            <p:spPr>
              <a:xfrm flipH="1">
                <a:off x="8159040" y="2715480"/>
                <a:ext cx="734760" cy="1449000"/>
              </a:xfrm>
              <a:custGeom>
                <a:rect b="b" l="l" r="r" t="t"/>
                <a:pathLst>
                  <a:path extrusionOk="0" h="913" w="463">
                    <a:moveTo>
                      <a:pt x="427" y="0"/>
                    </a:moveTo>
                    <a:lnTo>
                      <a:pt x="414" y="67"/>
                    </a:lnTo>
                    <a:lnTo>
                      <a:pt x="204" y="67"/>
                    </a:lnTo>
                    <a:lnTo>
                      <a:pt x="217" y="0"/>
                    </a:lnTo>
                    <a:lnTo>
                      <a:pt x="182" y="0"/>
                    </a:lnTo>
                    <a:lnTo>
                      <a:pt x="0" y="913"/>
                    </a:lnTo>
                    <a:lnTo>
                      <a:pt x="36" y="913"/>
                    </a:lnTo>
                    <a:lnTo>
                      <a:pt x="46" y="857"/>
                    </a:lnTo>
                    <a:lnTo>
                      <a:pt x="258" y="857"/>
                    </a:lnTo>
                    <a:lnTo>
                      <a:pt x="247" y="913"/>
                    </a:lnTo>
                    <a:lnTo>
                      <a:pt x="283" y="913"/>
                    </a:lnTo>
                    <a:lnTo>
                      <a:pt x="463" y="0"/>
                    </a:lnTo>
                    <a:lnTo>
                      <a:pt x="427" y="0"/>
                    </a:lnTo>
                    <a:close/>
                    <a:moveTo>
                      <a:pt x="410" y="93"/>
                    </a:moveTo>
                    <a:lnTo>
                      <a:pt x="393" y="176"/>
                    </a:lnTo>
                    <a:lnTo>
                      <a:pt x="182" y="176"/>
                    </a:lnTo>
                    <a:lnTo>
                      <a:pt x="198" y="93"/>
                    </a:lnTo>
                    <a:lnTo>
                      <a:pt x="410" y="93"/>
                    </a:lnTo>
                    <a:close/>
                    <a:moveTo>
                      <a:pt x="95" y="614"/>
                    </a:moveTo>
                    <a:lnTo>
                      <a:pt x="112" y="530"/>
                    </a:lnTo>
                    <a:lnTo>
                      <a:pt x="323" y="530"/>
                    </a:lnTo>
                    <a:lnTo>
                      <a:pt x="307" y="614"/>
                    </a:lnTo>
                    <a:lnTo>
                      <a:pt x="95" y="614"/>
                    </a:lnTo>
                    <a:close/>
                    <a:moveTo>
                      <a:pt x="301" y="639"/>
                    </a:moveTo>
                    <a:lnTo>
                      <a:pt x="284" y="723"/>
                    </a:lnTo>
                    <a:lnTo>
                      <a:pt x="73" y="723"/>
                    </a:lnTo>
                    <a:lnTo>
                      <a:pt x="89" y="639"/>
                    </a:lnTo>
                    <a:lnTo>
                      <a:pt x="301" y="639"/>
                    </a:lnTo>
                    <a:close/>
                    <a:moveTo>
                      <a:pt x="116" y="505"/>
                    </a:moveTo>
                    <a:lnTo>
                      <a:pt x="134" y="421"/>
                    </a:lnTo>
                    <a:lnTo>
                      <a:pt x="344" y="421"/>
                    </a:lnTo>
                    <a:lnTo>
                      <a:pt x="328" y="505"/>
                    </a:lnTo>
                    <a:lnTo>
                      <a:pt x="116" y="505"/>
                    </a:lnTo>
                    <a:close/>
                    <a:moveTo>
                      <a:pt x="139" y="394"/>
                    </a:moveTo>
                    <a:lnTo>
                      <a:pt x="155" y="312"/>
                    </a:lnTo>
                    <a:lnTo>
                      <a:pt x="366" y="312"/>
                    </a:lnTo>
                    <a:lnTo>
                      <a:pt x="350" y="394"/>
                    </a:lnTo>
                    <a:lnTo>
                      <a:pt x="139" y="394"/>
                    </a:lnTo>
                    <a:close/>
                    <a:moveTo>
                      <a:pt x="161" y="285"/>
                    </a:moveTo>
                    <a:lnTo>
                      <a:pt x="177" y="203"/>
                    </a:lnTo>
                    <a:lnTo>
                      <a:pt x="387" y="203"/>
                    </a:lnTo>
                    <a:lnTo>
                      <a:pt x="371" y="285"/>
                    </a:lnTo>
                    <a:lnTo>
                      <a:pt x="161" y="285"/>
                    </a:lnTo>
                    <a:close/>
                    <a:moveTo>
                      <a:pt x="52" y="832"/>
                    </a:moveTo>
                    <a:lnTo>
                      <a:pt x="69" y="748"/>
                    </a:lnTo>
                    <a:lnTo>
                      <a:pt x="280" y="748"/>
                    </a:lnTo>
                    <a:lnTo>
                      <a:pt x="264" y="832"/>
                    </a:lnTo>
                    <a:lnTo>
                      <a:pt x="52" y="8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2" name="Google Shape;792;p8"/>
              <p:cNvSpPr/>
              <p:nvPr/>
            </p:nvSpPr>
            <p:spPr>
              <a:xfrm flipH="1">
                <a:off x="7658280" y="2494800"/>
                <a:ext cx="522000" cy="547200"/>
              </a:xfrm>
              <a:custGeom>
                <a:rect b="b" l="l" r="r" t="t"/>
                <a:pathLst>
                  <a:path extrusionOk="0" h="231" w="221">
                    <a:moveTo>
                      <a:pt x="6" y="0"/>
                    </a:moveTo>
                    <a:cubicBezTo>
                      <a:pt x="0" y="27"/>
                      <a:pt x="18" y="70"/>
                      <a:pt x="64" y="70"/>
                    </a:cubicBezTo>
                    <a:cubicBezTo>
                      <a:pt x="111" y="70"/>
                      <a:pt x="160" y="70"/>
                      <a:pt x="160" y="70"/>
                    </a:cubicBezTo>
                    <a:cubicBezTo>
                      <a:pt x="119" y="231"/>
                      <a:pt x="119" y="231"/>
                      <a:pt x="119" y="231"/>
                    </a:cubicBezTo>
                    <a:cubicBezTo>
                      <a:pt x="165" y="231"/>
                      <a:pt x="165" y="231"/>
                      <a:pt x="165" y="231"/>
                    </a:cubicBezTo>
                    <a:cubicBezTo>
                      <a:pt x="165" y="231"/>
                      <a:pt x="221" y="77"/>
                      <a:pt x="213" y="45"/>
                    </a:cubicBezTo>
                    <a:cubicBezTo>
                      <a:pt x="206" y="14"/>
                      <a:pt x="91" y="0"/>
                      <a:pt x="91" y="0"/>
                    </a:cubicBezTo>
                    <a:lnTo>
                      <a:pt x="6"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3" name="Google Shape;793;p8"/>
              <p:cNvSpPr/>
              <p:nvPr/>
            </p:nvSpPr>
            <p:spPr>
              <a:xfrm flipH="1">
                <a:off x="7783560" y="2997720"/>
                <a:ext cx="144000" cy="225000"/>
              </a:xfrm>
              <a:custGeom>
                <a:rect b="b" l="l" r="r" t="t"/>
                <a:pathLst>
                  <a:path extrusionOk="0" h="95" w="61">
                    <a:moveTo>
                      <a:pt x="56" y="0"/>
                    </a:moveTo>
                    <a:cubicBezTo>
                      <a:pt x="45" y="35"/>
                      <a:pt x="45" y="35"/>
                      <a:pt x="45" y="35"/>
                    </a:cubicBezTo>
                    <a:cubicBezTo>
                      <a:pt x="43" y="43"/>
                      <a:pt x="43" y="51"/>
                      <a:pt x="47" y="58"/>
                    </a:cubicBezTo>
                    <a:cubicBezTo>
                      <a:pt x="53" y="70"/>
                      <a:pt x="61" y="88"/>
                      <a:pt x="58" y="91"/>
                    </a:cubicBezTo>
                    <a:cubicBezTo>
                      <a:pt x="53" y="95"/>
                      <a:pt x="39" y="90"/>
                      <a:pt x="29" y="83"/>
                    </a:cubicBezTo>
                    <a:cubicBezTo>
                      <a:pt x="19" y="76"/>
                      <a:pt x="0" y="53"/>
                      <a:pt x="3" y="47"/>
                    </a:cubicBezTo>
                    <a:cubicBezTo>
                      <a:pt x="7" y="41"/>
                      <a:pt x="16" y="37"/>
                      <a:pt x="16" y="37"/>
                    </a:cubicBezTo>
                    <a:cubicBezTo>
                      <a:pt x="28" y="0"/>
                      <a:pt x="28" y="0"/>
                      <a:pt x="28" y="0"/>
                    </a:cubicBezTo>
                    <a:lnTo>
                      <a:pt x="56" y="0"/>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4" name="Google Shape;794;p8"/>
              <p:cNvSpPr/>
              <p:nvPr/>
            </p:nvSpPr>
            <p:spPr>
              <a:xfrm flipH="1">
                <a:off x="7783560" y="3085200"/>
                <a:ext cx="144000" cy="137880"/>
              </a:xfrm>
              <a:custGeom>
                <a:rect b="b" l="l" r="r" t="t"/>
                <a:pathLst>
                  <a:path extrusionOk="0" h="58" w="61">
                    <a:moveTo>
                      <a:pt x="3" y="10"/>
                    </a:moveTo>
                    <a:cubicBezTo>
                      <a:pt x="0" y="16"/>
                      <a:pt x="19" y="39"/>
                      <a:pt x="29" y="46"/>
                    </a:cubicBezTo>
                    <a:cubicBezTo>
                      <a:pt x="39" y="53"/>
                      <a:pt x="53" y="58"/>
                      <a:pt x="58" y="54"/>
                    </a:cubicBezTo>
                    <a:cubicBezTo>
                      <a:pt x="61" y="51"/>
                      <a:pt x="53" y="33"/>
                      <a:pt x="47" y="21"/>
                    </a:cubicBezTo>
                    <a:cubicBezTo>
                      <a:pt x="45" y="18"/>
                      <a:pt x="44" y="15"/>
                      <a:pt x="44" y="11"/>
                    </a:cubicBezTo>
                    <a:cubicBezTo>
                      <a:pt x="36" y="12"/>
                      <a:pt x="29" y="15"/>
                      <a:pt x="29" y="15"/>
                    </a:cubicBezTo>
                    <a:cubicBezTo>
                      <a:pt x="16" y="0"/>
                      <a:pt x="16" y="0"/>
                      <a:pt x="16" y="0"/>
                    </a:cubicBezTo>
                    <a:cubicBezTo>
                      <a:pt x="16" y="0"/>
                      <a:pt x="7" y="4"/>
                      <a:pt x="3"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5" name="Google Shape;795;p8"/>
              <p:cNvSpPr/>
              <p:nvPr/>
            </p:nvSpPr>
            <p:spPr>
              <a:xfrm flipH="1">
                <a:off x="7758360" y="2975760"/>
                <a:ext cx="151920" cy="74160"/>
              </a:xfrm>
              <a:custGeom>
                <a:rect b="b" l="l" r="r" t="t"/>
                <a:pathLst>
                  <a:path extrusionOk="0" h="31" w="65">
                    <a:moveTo>
                      <a:pt x="8" y="0"/>
                    </a:moveTo>
                    <a:cubicBezTo>
                      <a:pt x="0" y="31"/>
                      <a:pt x="0" y="31"/>
                      <a:pt x="0" y="31"/>
                    </a:cubicBezTo>
                    <a:cubicBezTo>
                      <a:pt x="55" y="31"/>
                      <a:pt x="55" y="31"/>
                      <a:pt x="55" y="31"/>
                    </a:cubicBezTo>
                    <a:cubicBezTo>
                      <a:pt x="55" y="31"/>
                      <a:pt x="59" y="19"/>
                      <a:pt x="65" y="0"/>
                    </a:cubicBezTo>
                    <a:lnTo>
                      <a:pt x="8" y="0"/>
                    </a:lnTo>
                    <a:close/>
                  </a:path>
                </a:pathLst>
              </a:custGeom>
              <a:solidFill>
                <a:schemeClr val="dk1"/>
              </a:solidFill>
              <a:ln>
                <a:noFill/>
              </a:ln>
            </p:spPr>
            <p:txBody>
              <a:bodyPr anchorCtr="0" anchor="t" bIns="37075" lIns="91425" spcFirstLastPara="1" rIns="91425" wrap="square" tIns="370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6" name="Google Shape;796;p8"/>
              <p:cNvSpPr/>
              <p:nvPr/>
            </p:nvSpPr>
            <p:spPr>
              <a:xfrm flipH="1">
                <a:off x="7581960" y="2045520"/>
                <a:ext cx="839520" cy="448920"/>
              </a:xfrm>
              <a:custGeom>
                <a:rect b="b" l="l" r="r" t="t"/>
                <a:pathLst>
                  <a:path extrusionOk="0" h="190" w="355">
                    <a:moveTo>
                      <a:pt x="229" y="2"/>
                    </a:moveTo>
                    <a:cubicBezTo>
                      <a:pt x="226" y="0"/>
                      <a:pt x="223" y="0"/>
                      <a:pt x="219" y="0"/>
                    </a:cubicBezTo>
                    <a:cubicBezTo>
                      <a:pt x="129" y="0"/>
                      <a:pt x="129" y="0"/>
                      <a:pt x="129" y="0"/>
                    </a:cubicBezTo>
                    <a:cubicBezTo>
                      <a:pt x="114" y="0"/>
                      <a:pt x="101" y="4"/>
                      <a:pt x="89" y="13"/>
                    </a:cubicBezTo>
                    <a:cubicBezTo>
                      <a:pt x="66" y="31"/>
                      <a:pt x="27" y="69"/>
                      <a:pt x="0" y="132"/>
                    </a:cubicBezTo>
                    <a:cubicBezTo>
                      <a:pt x="44" y="132"/>
                      <a:pt x="44" y="132"/>
                      <a:pt x="44" y="132"/>
                    </a:cubicBezTo>
                    <a:cubicBezTo>
                      <a:pt x="44" y="132"/>
                      <a:pt x="65" y="77"/>
                      <a:pt x="98" y="54"/>
                    </a:cubicBezTo>
                    <a:cubicBezTo>
                      <a:pt x="69" y="190"/>
                      <a:pt x="69" y="190"/>
                      <a:pt x="69" y="190"/>
                    </a:cubicBezTo>
                    <a:cubicBezTo>
                      <a:pt x="194" y="190"/>
                      <a:pt x="194" y="190"/>
                      <a:pt x="194" y="190"/>
                    </a:cubicBezTo>
                    <a:cubicBezTo>
                      <a:pt x="217" y="47"/>
                      <a:pt x="217" y="47"/>
                      <a:pt x="217" y="47"/>
                    </a:cubicBezTo>
                    <a:cubicBezTo>
                      <a:pt x="344" y="91"/>
                      <a:pt x="344" y="91"/>
                      <a:pt x="344" y="91"/>
                    </a:cubicBezTo>
                    <a:cubicBezTo>
                      <a:pt x="355" y="56"/>
                      <a:pt x="355" y="56"/>
                      <a:pt x="355" y="56"/>
                    </a:cubicBezTo>
                    <a:lnTo>
                      <a:pt x="229" y="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7" name="Google Shape;797;p8"/>
              <p:cNvSpPr/>
              <p:nvPr/>
            </p:nvSpPr>
            <p:spPr>
              <a:xfrm flipH="1">
                <a:off x="7821000" y="2494800"/>
                <a:ext cx="479160" cy="547200"/>
              </a:xfrm>
              <a:custGeom>
                <a:rect b="b" l="l" r="r" t="t"/>
                <a:pathLst>
                  <a:path extrusionOk="0" h="231" w="203">
                    <a:moveTo>
                      <a:pt x="18" y="0"/>
                    </a:moveTo>
                    <a:cubicBezTo>
                      <a:pt x="12" y="27"/>
                      <a:pt x="0" y="70"/>
                      <a:pt x="46" y="70"/>
                    </a:cubicBezTo>
                    <a:cubicBezTo>
                      <a:pt x="93" y="70"/>
                      <a:pt x="142" y="70"/>
                      <a:pt x="142" y="70"/>
                    </a:cubicBezTo>
                    <a:cubicBezTo>
                      <a:pt x="101" y="231"/>
                      <a:pt x="101" y="231"/>
                      <a:pt x="101" y="231"/>
                    </a:cubicBezTo>
                    <a:cubicBezTo>
                      <a:pt x="147" y="231"/>
                      <a:pt x="147" y="231"/>
                      <a:pt x="147" y="231"/>
                    </a:cubicBezTo>
                    <a:cubicBezTo>
                      <a:pt x="147" y="231"/>
                      <a:pt x="203" y="77"/>
                      <a:pt x="195" y="45"/>
                    </a:cubicBezTo>
                    <a:cubicBezTo>
                      <a:pt x="188" y="14"/>
                      <a:pt x="73" y="0"/>
                      <a:pt x="73" y="0"/>
                    </a:cubicBezTo>
                    <a:lnTo>
                      <a:pt x="18"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8" name="Google Shape;798;p8"/>
              <p:cNvSpPr/>
              <p:nvPr/>
            </p:nvSpPr>
            <p:spPr>
              <a:xfrm flipH="1">
                <a:off x="7947360" y="2997720"/>
                <a:ext cx="144000" cy="225000"/>
              </a:xfrm>
              <a:custGeom>
                <a:rect b="b" l="l" r="r" t="t"/>
                <a:pathLst>
                  <a:path extrusionOk="0" h="95" w="61">
                    <a:moveTo>
                      <a:pt x="56" y="0"/>
                    </a:moveTo>
                    <a:cubicBezTo>
                      <a:pt x="45" y="35"/>
                      <a:pt x="45" y="35"/>
                      <a:pt x="45" y="35"/>
                    </a:cubicBezTo>
                    <a:cubicBezTo>
                      <a:pt x="43" y="43"/>
                      <a:pt x="43" y="51"/>
                      <a:pt x="47" y="58"/>
                    </a:cubicBezTo>
                    <a:cubicBezTo>
                      <a:pt x="53" y="70"/>
                      <a:pt x="61" y="88"/>
                      <a:pt x="58" y="91"/>
                    </a:cubicBezTo>
                    <a:cubicBezTo>
                      <a:pt x="53" y="95"/>
                      <a:pt x="39" y="90"/>
                      <a:pt x="29" y="83"/>
                    </a:cubicBezTo>
                    <a:cubicBezTo>
                      <a:pt x="19" y="76"/>
                      <a:pt x="0" y="53"/>
                      <a:pt x="3" y="47"/>
                    </a:cubicBezTo>
                    <a:cubicBezTo>
                      <a:pt x="7" y="41"/>
                      <a:pt x="16" y="37"/>
                      <a:pt x="16" y="37"/>
                    </a:cubicBezTo>
                    <a:cubicBezTo>
                      <a:pt x="28" y="0"/>
                      <a:pt x="28" y="0"/>
                      <a:pt x="28" y="0"/>
                    </a:cubicBezTo>
                    <a:lnTo>
                      <a:pt x="56" y="0"/>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99" name="Google Shape;799;p8"/>
              <p:cNvSpPr/>
              <p:nvPr/>
            </p:nvSpPr>
            <p:spPr>
              <a:xfrm flipH="1">
                <a:off x="7947360" y="3085200"/>
                <a:ext cx="144000" cy="137880"/>
              </a:xfrm>
              <a:custGeom>
                <a:rect b="b" l="l" r="r" t="t"/>
                <a:pathLst>
                  <a:path extrusionOk="0" h="58" w="61">
                    <a:moveTo>
                      <a:pt x="3" y="10"/>
                    </a:moveTo>
                    <a:cubicBezTo>
                      <a:pt x="0" y="16"/>
                      <a:pt x="19" y="39"/>
                      <a:pt x="29" y="46"/>
                    </a:cubicBezTo>
                    <a:cubicBezTo>
                      <a:pt x="39" y="53"/>
                      <a:pt x="53" y="58"/>
                      <a:pt x="58" y="54"/>
                    </a:cubicBezTo>
                    <a:cubicBezTo>
                      <a:pt x="61" y="51"/>
                      <a:pt x="53" y="33"/>
                      <a:pt x="47" y="21"/>
                    </a:cubicBezTo>
                    <a:cubicBezTo>
                      <a:pt x="45" y="18"/>
                      <a:pt x="44" y="15"/>
                      <a:pt x="44" y="11"/>
                    </a:cubicBezTo>
                    <a:cubicBezTo>
                      <a:pt x="36" y="12"/>
                      <a:pt x="29" y="15"/>
                      <a:pt x="29" y="15"/>
                    </a:cubicBezTo>
                    <a:cubicBezTo>
                      <a:pt x="16" y="0"/>
                      <a:pt x="16" y="0"/>
                      <a:pt x="16" y="0"/>
                    </a:cubicBezTo>
                    <a:cubicBezTo>
                      <a:pt x="16" y="0"/>
                      <a:pt x="7" y="4"/>
                      <a:pt x="3"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0" name="Google Shape;800;p8"/>
              <p:cNvSpPr/>
              <p:nvPr/>
            </p:nvSpPr>
            <p:spPr>
              <a:xfrm flipH="1">
                <a:off x="8328240" y="2338920"/>
                <a:ext cx="164880" cy="290160"/>
              </a:xfrm>
              <a:custGeom>
                <a:rect b="b" l="l" r="r" t="t"/>
                <a:pathLst>
                  <a:path extrusionOk="0" h="123" w="70">
                    <a:moveTo>
                      <a:pt x="70" y="1"/>
                    </a:moveTo>
                    <a:cubicBezTo>
                      <a:pt x="70" y="2"/>
                      <a:pt x="39" y="88"/>
                      <a:pt x="39" y="88"/>
                    </a:cubicBezTo>
                    <a:cubicBezTo>
                      <a:pt x="39" y="88"/>
                      <a:pt x="35" y="112"/>
                      <a:pt x="33" y="114"/>
                    </a:cubicBezTo>
                    <a:cubicBezTo>
                      <a:pt x="30" y="116"/>
                      <a:pt x="32" y="99"/>
                      <a:pt x="32" y="99"/>
                    </a:cubicBezTo>
                    <a:cubicBezTo>
                      <a:pt x="17" y="123"/>
                      <a:pt x="17" y="123"/>
                      <a:pt x="17" y="123"/>
                    </a:cubicBezTo>
                    <a:cubicBezTo>
                      <a:pt x="3" y="114"/>
                      <a:pt x="3" y="114"/>
                      <a:pt x="3" y="114"/>
                    </a:cubicBezTo>
                    <a:cubicBezTo>
                      <a:pt x="1" y="112"/>
                      <a:pt x="0" y="108"/>
                      <a:pt x="2" y="106"/>
                    </a:cubicBezTo>
                    <a:cubicBezTo>
                      <a:pt x="19" y="82"/>
                      <a:pt x="19" y="82"/>
                      <a:pt x="19" y="82"/>
                    </a:cubicBezTo>
                    <a:cubicBezTo>
                      <a:pt x="43" y="0"/>
                      <a:pt x="43" y="0"/>
                      <a:pt x="43" y="0"/>
                    </a:cubicBezTo>
                    <a:lnTo>
                      <a:pt x="70" y="1"/>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1" name="Google Shape;801;p8"/>
              <p:cNvSpPr/>
              <p:nvPr/>
            </p:nvSpPr>
            <p:spPr>
              <a:xfrm flipH="1">
                <a:off x="8289360" y="2307240"/>
                <a:ext cx="139320" cy="52200"/>
              </a:xfrm>
              <a:custGeom>
                <a:rect b="b" l="l" r="r" t="t"/>
                <a:pathLst>
                  <a:path extrusionOk="0" h="22" w="59">
                    <a:moveTo>
                      <a:pt x="10" y="0"/>
                    </a:moveTo>
                    <a:cubicBezTo>
                      <a:pt x="7" y="7"/>
                      <a:pt x="3" y="14"/>
                      <a:pt x="0" y="22"/>
                    </a:cubicBezTo>
                    <a:cubicBezTo>
                      <a:pt x="49" y="22"/>
                      <a:pt x="49" y="22"/>
                      <a:pt x="49" y="22"/>
                    </a:cubicBezTo>
                    <a:cubicBezTo>
                      <a:pt x="49" y="22"/>
                      <a:pt x="53" y="13"/>
                      <a:pt x="59" y="0"/>
                    </a:cubicBezTo>
                    <a:lnTo>
                      <a:pt x="10" y="0"/>
                    </a:lnTo>
                    <a:close/>
                  </a:path>
                </a:pathLst>
              </a:custGeom>
              <a:solidFill>
                <a:schemeClr val="dk1"/>
              </a:solidFill>
              <a:ln>
                <a:noFill/>
              </a:ln>
            </p:spPr>
            <p:txBody>
              <a:bodyPr anchorCtr="0" anchor="t" bIns="26275" lIns="91425" spcFirstLastPara="1" rIns="91425" wrap="square" tIns="26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2" name="Google Shape;802;p8"/>
              <p:cNvSpPr/>
              <p:nvPr/>
            </p:nvSpPr>
            <p:spPr>
              <a:xfrm flipH="1">
                <a:off x="7919640" y="2975760"/>
                <a:ext cx="153720" cy="74160"/>
              </a:xfrm>
              <a:custGeom>
                <a:rect b="b" l="l" r="r" t="t"/>
                <a:pathLst>
                  <a:path extrusionOk="0" h="31" w="65">
                    <a:moveTo>
                      <a:pt x="8" y="0"/>
                    </a:moveTo>
                    <a:cubicBezTo>
                      <a:pt x="0" y="31"/>
                      <a:pt x="0" y="31"/>
                      <a:pt x="0" y="31"/>
                    </a:cubicBezTo>
                    <a:cubicBezTo>
                      <a:pt x="55" y="31"/>
                      <a:pt x="55" y="31"/>
                      <a:pt x="55" y="31"/>
                    </a:cubicBezTo>
                    <a:cubicBezTo>
                      <a:pt x="55" y="31"/>
                      <a:pt x="59" y="19"/>
                      <a:pt x="65" y="0"/>
                    </a:cubicBezTo>
                    <a:lnTo>
                      <a:pt x="8" y="0"/>
                    </a:lnTo>
                    <a:close/>
                  </a:path>
                </a:pathLst>
              </a:custGeom>
              <a:solidFill>
                <a:schemeClr val="dk1"/>
              </a:solidFill>
              <a:ln>
                <a:noFill/>
              </a:ln>
            </p:spPr>
            <p:txBody>
              <a:bodyPr anchorCtr="0" anchor="t" bIns="37075" lIns="91425" spcFirstLastPara="1" rIns="91425" wrap="square" tIns="370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3" name="Google Shape;803;p8"/>
              <p:cNvSpPr/>
              <p:nvPr/>
            </p:nvSpPr>
            <p:spPr>
              <a:xfrm flipH="1">
                <a:off x="7994160" y="1788120"/>
                <a:ext cx="122040" cy="201240"/>
              </a:xfrm>
              <a:custGeom>
                <a:rect b="b" l="l" r="r" t="t"/>
                <a:pathLst>
                  <a:path extrusionOk="0" h="85" w="52">
                    <a:moveTo>
                      <a:pt x="25" y="85"/>
                    </a:moveTo>
                    <a:cubicBezTo>
                      <a:pt x="18" y="74"/>
                      <a:pt x="18" y="74"/>
                      <a:pt x="18" y="74"/>
                    </a:cubicBezTo>
                    <a:cubicBezTo>
                      <a:pt x="18" y="74"/>
                      <a:pt x="0" y="50"/>
                      <a:pt x="13" y="25"/>
                    </a:cubicBezTo>
                    <a:cubicBezTo>
                      <a:pt x="26" y="0"/>
                      <a:pt x="52" y="30"/>
                      <a:pt x="52" y="30"/>
                    </a:cubicBezTo>
                    <a:lnTo>
                      <a:pt x="25" y="8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4" name="Google Shape;804;p8"/>
              <p:cNvSpPr/>
              <p:nvPr/>
            </p:nvSpPr>
            <p:spPr>
              <a:xfrm flipH="1">
                <a:off x="7922520" y="1848600"/>
                <a:ext cx="183960" cy="259920"/>
              </a:xfrm>
              <a:custGeom>
                <a:rect b="b" l="l" r="r" t="t"/>
                <a:pathLst>
                  <a:path extrusionOk="0" h="110" w="78">
                    <a:moveTo>
                      <a:pt x="73" y="0"/>
                    </a:moveTo>
                    <a:cubicBezTo>
                      <a:pt x="36" y="0"/>
                      <a:pt x="36" y="0"/>
                      <a:pt x="36" y="0"/>
                    </a:cubicBezTo>
                    <a:cubicBezTo>
                      <a:pt x="36" y="7"/>
                      <a:pt x="35" y="14"/>
                      <a:pt x="32" y="20"/>
                    </a:cubicBezTo>
                    <a:cubicBezTo>
                      <a:pt x="32" y="17"/>
                      <a:pt x="30" y="13"/>
                      <a:pt x="26" y="13"/>
                    </a:cubicBezTo>
                    <a:cubicBezTo>
                      <a:pt x="19" y="14"/>
                      <a:pt x="17" y="32"/>
                      <a:pt x="23" y="33"/>
                    </a:cubicBezTo>
                    <a:cubicBezTo>
                      <a:pt x="24" y="33"/>
                      <a:pt x="25" y="33"/>
                      <a:pt x="26" y="33"/>
                    </a:cubicBezTo>
                    <a:cubicBezTo>
                      <a:pt x="20" y="43"/>
                      <a:pt x="14" y="49"/>
                      <a:pt x="14" y="49"/>
                    </a:cubicBezTo>
                    <a:cubicBezTo>
                      <a:pt x="10" y="82"/>
                      <a:pt x="10" y="82"/>
                      <a:pt x="10" y="82"/>
                    </a:cubicBezTo>
                    <a:cubicBezTo>
                      <a:pt x="0" y="82"/>
                      <a:pt x="0" y="82"/>
                      <a:pt x="0" y="82"/>
                    </a:cubicBezTo>
                    <a:cubicBezTo>
                      <a:pt x="30" y="110"/>
                      <a:pt x="59" y="83"/>
                      <a:pt x="59" y="83"/>
                    </a:cubicBezTo>
                    <a:cubicBezTo>
                      <a:pt x="48" y="83"/>
                      <a:pt x="48" y="83"/>
                      <a:pt x="48" y="83"/>
                    </a:cubicBezTo>
                    <a:cubicBezTo>
                      <a:pt x="48" y="60"/>
                      <a:pt x="48" y="60"/>
                      <a:pt x="48" y="60"/>
                    </a:cubicBezTo>
                    <a:cubicBezTo>
                      <a:pt x="48" y="57"/>
                      <a:pt x="50" y="55"/>
                      <a:pt x="53" y="55"/>
                    </a:cubicBezTo>
                    <a:cubicBezTo>
                      <a:pt x="60" y="54"/>
                      <a:pt x="60" y="54"/>
                      <a:pt x="60" y="54"/>
                    </a:cubicBezTo>
                    <a:cubicBezTo>
                      <a:pt x="65" y="54"/>
                      <a:pt x="68" y="51"/>
                      <a:pt x="69" y="46"/>
                    </a:cubicBezTo>
                    <a:cubicBezTo>
                      <a:pt x="71" y="33"/>
                      <a:pt x="71" y="33"/>
                      <a:pt x="71" y="33"/>
                    </a:cubicBezTo>
                    <a:cubicBezTo>
                      <a:pt x="78" y="32"/>
                      <a:pt x="78" y="32"/>
                      <a:pt x="78" y="32"/>
                    </a:cubicBezTo>
                    <a:cubicBezTo>
                      <a:pt x="78" y="32"/>
                      <a:pt x="74" y="1"/>
                      <a:pt x="73" y="0"/>
                    </a:cubicBez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5" name="Google Shape;805;p8"/>
              <p:cNvSpPr/>
              <p:nvPr/>
            </p:nvSpPr>
            <p:spPr>
              <a:xfrm flipH="1">
                <a:off x="7879680" y="1776960"/>
                <a:ext cx="217080" cy="82080"/>
              </a:xfrm>
              <a:custGeom>
                <a:rect b="b" l="l" r="r" t="t"/>
                <a:pathLst>
                  <a:path extrusionOk="0" h="35" w="92">
                    <a:moveTo>
                      <a:pt x="2" y="32"/>
                    </a:moveTo>
                    <a:cubicBezTo>
                      <a:pt x="2" y="34"/>
                      <a:pt x="4" y="35"/>
                      <a:pt x="6" y="35"/>
                    </a:cubicBezTo>
                    <a:cubicBezTo>
                      <a:pt x="77" y="35"/>
                      <a:pt x="77" y="35"/>
                      <a:pt x="77" y="35"/>
                    </a:cubicBezTo>
                    <a:cubicBezTo>
                      <a:pt x="87" y="35"/>
                      <a:pt x="92" y="35"/>
                      <a:pt x="92" y="31"/>
                    </a:cubicBezTo>
                    <a:cubicBezTo>
                      <a:pt x="92" y="28"/>
                      <a:pt x="79" y="26"/>
                      <a:pt x="79" y="26"/>
                    </a:cubicBezTo>
                    <a:cubicBezTo>
                      <a:pt x="79" y="26"/>
                      <a:pt x="72" y="0"/>
                      <a:pt x="46" y="0"/>
                    </a:cubicBezTo>
                    <a:cubicBezTo>
                      <a:pt x="21" y="0"/>
                      <a:pt x="3" y="11"/>
                      <a:pt x="1" y="23"/>
                    </a:cubicBezTo>
                    <a:cubicBezTo>
                      <a:pt x="0" y="27"/>
                      <a:pt x="1" y="30"/>
                      <a:pt x="2" y="32"/>
                    </a:cubicBezTo>
                    <a:close/>
                  </a:path>
                </a:pathLst>
              </a:custGeom>
              <a:solidFill>
                <a:schemeClr val="accent1"/>
              </a:solidFill>
              <a:ln>
                <a:noFill/>
              </a:ln>
            </p:spPr>
            <p:txBody>
              <a:bodyPr anchorCtr="0" anchor="t" bIns="41025" lIns="91425" spcFirstLastPara="1" rIns="91425" wrap="square" tIns="410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6" name="Google Shape;806;p8"/>
              <p:cNvSpPr/>
              <p:nvPr/>
            </p:nvSpPr>
            <p:spPr>
              <a:xfrm flipH="1">
                <a:off x="6999480" y="2137320"/>
                <a:ext cx="360000" cy="399600"/>
              </a:xfrm>
              <a:custGeom>
                <a:rect b="b" l="l" r="r" t="t"/>
                <a:pathLst>
                  <a:path extrusionOk="0" h="252" w="227">
                    <a:moveTo>
                      <a:pt x="61" y="15"/>
                    </a:moveTo>
                    <a:lnTo>
                      <a:pt x="214" y="54"/>
                    </a:lnTo>
                    <a:lnTo>
                      <a:pt x="166" y="239"/>
                    </a:lnTo>
                    <a:lnTo>
                      <a:pt x="13" y="198"/>
                    </a:lnTo>
                    <a:lnTo>
                      <a:pt x="61" y="15"/>
                    </a:lnTo>
                    <a:close/>
                    <a:moveTo>
                      <a:pt x="52" y="0"/>
                    </a:moveTo>
                    <a:lnTo>
                      <a:pt x="0" y="207"/>
                    </a:lnTo>
                    <a:lnTo>
                      <a:pt x="174" y="252"/>
                    </a:lnTo>
                    <a:lnTo>
                      <a:pt x="227" y="46"/>
                    </a:lnTo>
                    <a:lnTo>
                      <a:pt x="52" y="0"/>
                    </a:lnTo>
                    <a:close/>
                  </a:path>
                </a:pathLst>
              </a:custGeom>
              <a:solidFill>
                <a:srgbClr val="FF007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7" name="Google Shape;807;p8"/>
              <p:cNvSpPr/>
              <p:nvPr/>
            </p:nvSpPr>
            <p:spPr>
              <a:xfrm flipH="1">
                <a:off x="6999480" y="2137320"/>
                <a:ext cx="360000" cy="399600"/>
              </a:xfrm>
              <a:custGeom>
                <a:rect b="b" l="l" r="r" t="t"/>
                <a:pathLst>
                  <a:path extrusionOk="0" h="252" w="227">
                    <a:moveTo>
                      <a:pt x="61" y="15"/>
                    </a:moveTo>
                    <a:lnTo>
                      <a:pt x="214" y="54"/>
                    </a:lnTo>
                    <a:lnTo>
                      <a:pt x="166" y="239"/>
                    </a:lnTo>
                    <a:lnTo>
                      <a:pt x="13" y="198"/>
                    </a:lnTo>
                    <a:lnTo>
                      <a:pt x="61" y="15"/>
                    </a:lnTo>
                    <a:moveTo>
                      <a:pt x="52" y="0"/>
                    </a:moveTo>
                    <a:lnTo>
                      <a:pt x="0" y="207"/>
                    </a:lnTo>
                    <a:lnTo>
                      <a:pt x="174" y="252"/>
                    </a:lnTo>
                    <a:lnTo>
                      <a:pt x="227" y="46"/>
                    </a:lnTo>
                    <a:lnTo>
                      <a:pt x="52" y="0"/>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8" name="Google Shape;808;p8"/>
              <p:cNvSpPr/>
              <p:nvPr/>
            </p:nvSpPr>
            <p:spPr>
              <a:xfrm flipH="1">
                <a:off x="7252920" y="2201040"/>
                <a:ext cx="323640" cy="156960"/>
              </a:xfrm>
              <a:custGeom>
                <a:rect b="b" l="l" r="r" t="t"/>
                <a:pathLst>
                  <a:path extrusionOk="0" h="66" w="137">
                    <a:moveTo>
                      <a:pt x="9" y="0"/>
                    </a:moveTo>
                    <a:cubicBezTo>
                      <a:pt x="94" y="36"/>
                      <a:pt x="94" y="36"/>
                      <a:pt x="94" y="36"/>
                    </a:cubicBezTo>
                    <a:cubicBezTo>
                      <a:pt x="94" y="36"/>
                      <a:pt x="109" y="30"/>
                      <a:pt x="123" y="29"/>
                    </a:cubicBezTo>
                    <a:cubicBezTo>
                      <a:pt x="137" y="28"/>
                      <a:pt x="132" y="35"/>
                      <a:pt x="125" y="36"/>
                    </a:cubicBezTo>
                    <a:cubicBezTo>
                      <a:pt x="118" y="36"/>
                      <a:pt x="111" y="39"/>
                      <a:pt x="111" y="39"/>
                    </a:cubicBezTo>
                    <a:cubicBezTo>
                      <a:pt x="104" y="66"/>
                      <a:pt x="104" y="66"/>
                      <a:pt x="104" y="66"/>
                    </a:cubicBezTo>
                    <a:cubicBezTo>
                      <a:pt x="89" y="54"/>
                      <a:pt x="89" y="54"/>
                      <a:pt x="89" y="54"/>
                    </a:cubicBezTo>
                    <a:cubicBezTo>
                      <a:pt x="0" y="27"/>
                      <a:pt x="0" y="27"/>
                      <a:pt x="0" y="27"/>
                    </a:cubicBezTo>
                    <a:lnTo>
                      <a:pt x="9" y="0"/>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09" name="Google Shape;809;p8"/>
              <p:cNvSpPr/>
              <p:nvPr/>
            </p:nvSpPr>
            <p:spPr>
              <a:xfrm flipH="1">
                <a:off x="7537680" y="2166120"/>
                <a:ext cx="82080" cy="122040"/>
              </a:xfrm>
              <a:custGeom>
                <a:rect b="b" l="l" r="r" t="t"/>
                <a:pathLst>
                  <a:path extrusionOk="0" h="52" w="35">
                    <a:moveTo>
                      <a:pt x="0" y="44"/>
                    </a:moveTo>
                    <a:cubicBezTo>
                      <a:pt x="21" y="52"/>
                      <a:pt x="21" y="52"/>
                      <a:pt x="21" y="52"/>
                    </a:cubicBezTo>
                    <a:cubicBezTo>
                      <a:pt x="35" y="10"/>
                      <a:pt x="35" y="10"/>
                      <a:pt x="35" y="10"/>
                    </a:cubicBezTo>
                    <a:cubicBezTo>
                      <a:pt x="12" y="0"/>
                      <a:pt x="12" y="0"/>
                      <a:pt x="12" y="0"/>
                    </a:cubicBezTo>
                    <a:cubicBezTo>
                      <a:pt x="9" y="12"/>
                      <a:pt x="4" y="31"/>
                      <a:pt x="0" y="4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810" name="Google Shape;810;p8"/>
            <p:cNvGrpSpPr/>
            <p:nvPr/>
          </p:nvGrpSpPr>
          <p:grpSpPr>
            <a:xfrm>
              <a:off x="5405760" y="665280"/>
              <a:ext cx="326520" cy="328320"/>
              <a:chOff x="5405760" y="665280"/>
              <a:chExt cx="326520" cy="328320"/>
            </a:xfrm>
          </p:grpSpPr>
          <p:sp>
            <p:nvSpPr>
              <p:cNvPr id="811" name="Google Shape;811;p8"/>
              <p:cNvSpPr/>
              <p:nvPr/>
            </p:nvSpPr>
            <p:spPr>
              <a:xfrm>
                <a:off x="5546880" y="8244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2" name="Google Shape;812;p8"/>
              <p:cNvSpPr/>
              <p:nvPr/>
            </p:nvSpPr>
            <p:spPr>
              <a:xfrm>
                <a:off x="5615640" y="82440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3" name="Google Shape;813;p8"/>
              <p:cNvSpPr/>
              <p:nvPr/>
            </p:nvSpPr>
            <p:spPr>
              <a:xfrm>
                <a:off x="5684400" y="824400"/>
                <a:ext cx="4788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4" name="Google Shape;814;p8"/>
              <p:cNvSpPr/>
              <p:nvPr/>
            </p:nvSpPr>
            <p:spPr>
              <a:xfrm>
                <a:off x="5476320" y="824400"/>
                <a:ext cx="4824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5" name="Google Shape;815;p8"/>
              <p:cNvSpPr/>
              <p:nvPr/>
            </p:nvSpPr>
            <p:spPr>
              <a:xfrm>
                <a:off x="5405760" y="82440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6" name="Google Shape;816;p8"/>
              <p:cNvSpPr/>
              <p:nvPr/>
            </p:nvSpPr>
            <p:spPr>
              <a:xfrm>
                <a:off x="5564160" y="80676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7" name="Google Shape;817;p8"/>
              <p:cNvSpPr/>
              <p:nvPr/>
            </p:nvSpPr>
            <p:spPr>
              <a:xfrm>
                <a:off x="5564160" y="876240"/>
                <a:ext cx="1224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8" name="Google Shape;818;p8"/>
              <p:cNvSpPr/>
              <p:nvPr/>
            </p:nvSpPr>
            <p:spPr>
              <a:xfrm>
                <a:off x="5564160" y="94428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19" name="Google Shape;819;p8"/>
              <p:cNvSpPr/>
              <p:nvPr/>
            </p:nvSpPr>
            <p:spPr>
              <a:xfrm>
                <a:off x="5564160" y="73548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20" name="Google Shape;820;p8"/>
              <p:cNvSpPr/>
              <p:nvPr/>
            </p:nvSpPr>
            <p:spPr>
              <a:xfrm>
                <a:off x="5564160" y="665280"/>
                <a:ext cx="1224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741"/>
                                        </p:tgtEl>
                                        <p:attrNameLst>
                                          <p:attrName>style.visibility</p:attrName>
                                        </p:attrNameLst>
                                      </p:cBhvr>
                                      <p:to>
                                        <p:strVal val="visible"/>
                                      </p:to>
                                    </p:set>
                                    <p:anim calcmode="lin" valueType="num">
                                      <p:cBhvr additive="base">
                                        <p:cTn dur="1000"/>
                                        <p:tgtEl>
                                          <p:spTgt spid="74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2">
                                  <p:stCondLst>
                                    <p:cond delay="0"/>
                                  </p:stCondLst>
                                  <p:childTnLst>
                                    <p:anim calcmode="lin" valueType="num">
                                      <p:cBhvr additive="base">
                                        <p:cTn dur="1000"/>
                                        <p:tgtEl>
                                          <p:spTgt spid="742"/>
                                        </p:tgtEl>
                                        <p:attrNameLst>
                                          <p:attrName>ppt_x</p:attrName>
                                        </p:attrNameLst>
                                      </p:cBhvr>
                                      <p:tavLst>
                                        <p:tav fmla="" tm="0">
                                          <p:val>
                                            <p:strVal val="#ppt_x"/>
                                          </p:val>
                                        </p:tav>
                                        <p:tav fmla="" tm="100000">
                                          <p:val>
                                            <p:strVal val="#ppt_x+1"/>
                                          </p:val>
                                        </p:tav>
                                      </p:tavLst>
                                    </p:anim>
                                    <p:set>
                                      <p:cBhvr>
                                        <p:cTn dur="1" fill="hold">
                                          <p:stCondLst>
                                            <p:cond delay="1000"/>
                                          </p:stCondLst>
                                        </p:cTn>
                                        <p:tgtEl>
                                          <p:spTgt spid="74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9"/>
          <p:cNvSpPr txBox="1"/>
          <p:nvPr>
            <p:ph idx="4294967295" type="title"/>
          </p:nvPr>
        </p:nvSpPr>
        <p:spPr>
          <a:xfrm>
            <a:off x="723960" y="447840"/>
            <a:ext cx="7714800" cy="571320"/>
          </a:xfrm>
          <a:prstGeom prst="rect">
            <a:avLst/>
          </a:prstGeom>
          <a:noFill/>
          <a:ln>
            <a:noFill/>
          </a:ln>
        </p:spPr>
        <p:txBody>
          <a:bodyPr anchorCtr="0" anchor="t" bIns="91425" lIns="91425" spcFirstLastPara="1" rIns="91425" wrap="square" tIns="91425">
            <a:normAutofit fontScale="81242"/>
          </a:bodyPr>
          <a:lstStyle/>
          <a:p>
            <a:pPr indent="0" lvl="0" marL="0" marR="0" rtl="0" algn="ctr">
              <a:lnSpc>
                <a:spcPct val="100000"/>
              </a:lnSpc>
              <a:spcBef>
                <a:spcPts val="0"/>
              </a:spcBef>
              <a:spcAft>
                <a:spcPts val="0"/>
              </a:spcAft>
              <a:buClr>
                <a:schemeClr val="dk1"/>
              </a:buClr>
              <a:buSzPct val="100000"/>
              <a:buFont typeface="Plus Jakarta Sans ExtraBold"/>
              <a:buNone/>
            </a:pPr>
            <a:r>
              <a:rPr b="0" i="0" lang="en" sz="3200" u="none" cap="none" strike="noStrike">
                <a:solidFill>
                  <a:schemeClr val="dk1"/>
                </a:solidFill>
                <a:latin typeface="Plus Jakarta Sans ExtraBold"/>
                <a:ea typeface="Plus Jakarta Sans ExtraBold"/>
                <a:cs typeface="Plus Jakarta Sans ExtraBold"/>
                <a:sym typeface="Plus Jakarta Sans ExtraBold"/>
              </a:rPr>
              <a:t>Logistic Regression</a:t>
            </a:r>
            <a:endParaRPr b="0" i="0" sz="3200" u="none" cap="none" strike="noStrike">
              <a:solidFill>
                <a:schemeClr val="dk1"/>
              </a:solidFill>
              <a:latin typeface="Arial"/>
              <a:ea typeface="Arial"/>
              <a:cs typeface="Arial"/>
              <a:sym typeface="Arial"/>
            </a:endParaRPr>
          </a:p>
        </p:txBody>
      </p:sp>
      <p:sp>
        <p:nvSpPr>
          <p:cNvPr id="826" name="Google Shape;826;p9"/>
          <p:cNvSpPr txBox="1"/>
          <p:nvPr>
            <p:ph idx="4294967295" type="subTitle"/>
          </p:nvPr>
        </p:nvSpPr>
        <p:spPr>
          <a:xfrm>
            <a:off x="1458500" y="1495450"/>
            <a:ext cx="6165300" cy="21618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chemeClr val="dk1"/>
              </a:buClr>
              <a:buSzPts val="1400"/>
              <a:buFont typeface="Arial"/>
              <a:buNone/>
            </a:pPr>
            <a:r>
              <a:rPr b="0" i="0" lang="en" sz="2000" u="none" cap="none" strike="noStrike">
                <a:solidFill>
                  <a:schemeClr val="dk1"/>
                </a:solidFill>
                <a:latin typeface="DM Sans"/>
                <a:ea typeface="DM Sans"/>
                <a:cs typeface="DM Sans"/>
                <a:sym typeface="DM Sans"/>
              </a:rPr>
              <a:t>Logistic Regression is employed for binary classification of whether a user is diabetic or not. It calculates probabilities by fitting a logistic function to the data, allowing for interpretability of results. The model outputs the likelihood of diabetes based on user input.</a:t>
            </a:r>
            <a:endParaRPr b="0" i="0" sz="2000" u="none" cap="none" strike="noStrike">
              <a:solidFill>
                <a:srgbClr val="000000"/>
              </a:solidFill>
              <a:latin typeface="Noto Sans Symbols"/>
              <a:ea typeface="Noto Sans Symbols"/>
              <a:cs typeface="Noto Sans Symbols"/>
              <a:sym typeface="Noto Sans Symbol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1"/>
                                        <p:tgtEl>
                                          <p:spTgt spid="825"/>
                                        </p:tgtEl>
                                        <p:attrNameLst>
                                          <p:attrName>ppt_y</p:attrName>
                                        </p:attrNameLst>
                                      </p:cBhvr>
                                      <p:tavLst>
                                        <p:tav fmla="" tm="0">
                                          <p:val>
                                            <p:strVal val="#ppt_y"/>
                                          </p:val>
                                        </p:tav>
                                        <p:tav fmla="" tm="100000">
                                          <p:val>
                                            <p:strVal val="#ppt_y+1"/>
                                          </p:val>
                                        </p:tav>
                                      </p:tavLst>
                                    </p:anim>
                                    <p:set>
                                      <p:cBhvr>
                                        <p:cTn dur="1" fill="hold">
                                          <p:stCondLst>
                                            <p:cond delay="0"/>
                                          </p:stCondLst>
                                        </p:cTn>
                                        <p:tgtEl>
                                          <p:spTgt spid="8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6"/>
                                        </p:tgtEl>
                                        <p:attrNameLst>
                                          <p:attrName>style.visibility</p:attrName>
                                        </p:attrNameLst>
                                      </p:cBhvr>
                                      <p:to>
                                        <p:strVal val="visible"/>
                                      </p:to>
                                    </p:set>
                                    <p:anim calcmode="lin" valueType="num">
                                      <p:cBhvr additive="base">
                                        <p:cTn dur="1000"/>
                                        <p:tgtEl>
                                          <p:spTgt spid="82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pic>
        <p:nvPicPr>
          <p:cNvPr id="831" name="Google Shape;831;p10"/>
          <p:cNvPicPr preferRelativeResize="0"/>
          <p:nvPr/>
        </p:nvPicPr>
        <p:blipFill rotWithShape="1">
          <a:blip r:embed="rId3">
            <a:alphaModFix/>
          </a:blip>
          <a:srcRect b="0" l="18780" r="10134" t="0"/>
          <a:stretch/>
        </p:blipFill>
        <p:spPr>
          <a:xfrm>
            <a:off x="4784040" y="1071360"/>
            <a:ext cx="3337200" cy="3128760"/>
          </a:xfrm>
          <a:prstGeom prst="rect">
            <a:avLst/>
          </a:prstGeom>
          <a:noFill/>
          <a:ln>
            <a:noFill/>
          </a:ln>
        </p:spPr>
      </p:pic>
      <p:sp>
        <p:nvSpPr>
          <p:cNvPr id="832" name="Google Shape;832;p10"/>
          <p:cNvSpPr txBox="1"/>
          <p:nvPr>
            <p:ph idx="4294967295" type="title"/>
          </p:nvPr>
        </p:nvSpPr>
        <p:spPr>
          <a:xfrm>
            <a:off x="1009800" y="1476360"/>
            <a:ext cx="3657240" cy="145692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chemeClr val="dk1"/>
              </a:buClr>
              <a:buSzPts val="3200"/>
              <a:buFont typeface="Plus Jakarta Sans ExtraBold"/>
              <a:buNone/>
            </a:pPr>
            <a:r>
              <a:rPr b="0" i="0" lang="en" sz="3200" u="none" cap="none" strike="noStrike">
                <a:solidFill>
                  <a:schemeClr val="dk1"/>
                </a:solidFill>
                <a:latin typeface="Plus Jakarta Sans ExtraBold"/>
                <a:ea typeface="Plus Jakarta Sans ExtraBold"/>
                <a:cs typeface="Plus Jakarta Sans ExtraBold"/>
                <a:sym typeface="Plus Jakarta Sans ExtraBold"/>
              </a:rPr>
              <a:t>Gaussian Naive Bayes</a:t>
            </a:r>
            <a:endParaRPr b="0" i="0" sz="3200" u="none" cap="none" strike="noStrike">
              <a:solidFill>
                <a:schemeClr val="dk1"/>
              </a:solidFill>
              <a:latin typeface="Arial"/>
              <a:ea typeface="Arial"/>
              <a:cs typeface="Arial"/>
              <a:sym typeface="Arial"/>
            </a:endParaRPr>
          </a:p>
        </p:txBody>
      </p:sp>
      <p:sp>
        <p:nvSpPr>
          <p:cNvPr id="833" name="Google Shape;833;p10"/>
          <p:cNvSpPr txBox="1"/>
          <p:nvPr>
            <p:ph idx="4294967295" type="subTitle"/>
          </p:nvPr>
        </p:nvSpPr>
        <p:spPr>
          <a:xfrm>
            <a:off x="248952" y="2990875"/>
            <a:ext cx="4418100" cy="1114200"/>
          </a:xfrm>
          <a:prstGeom prst="rect">
            <a:avLst/>
          </a:prstGeom>
          <a:noFill/>
          <a:ln>
            <a:noFill/>
          </a:ln>
        </p:spPr>
        <p:txBody>
          <a:bodyPr anchorCtr="0" anchor="t" bIns="91425" lIns="91425" spcFirstLastPara="1" rIns="91425" wrap="square" tIns="91425">
            <a:noAutofit/>
          </a:bodyPr>
          <a:lstStyle/>
          <a:p>
            <a:pPr indent="0" lvl="0" marL="228600" marR="0" rtl="0" algn="l">
              <a:lnSpc>
                <a:spcPct val="80000"/>
              </a:lnSpc>
              <a:spcBef>
                <a:spcPts val="0"/>
              </a:spcBef>
              <a:spcAft>
                <a:spcPts val="0"/>
              </a:spcAft>
              <a:buClr>
                <a:schemeClr val="dk1"/>
              </a:buClr>
              <a:buSzPts val="1220"/>
              <a:buFont typeface="Arial"/>
              <a:buNone/>
            </a:pPr>
            <a:r>
              <a:rPr b="0" i="0" lang="en" sz="1619" u="none" cap="none" strike="noStrike">
                <a:solidFill>
                  <a:schemeClr val="dk1"/>
                </a:solidFill>
                <a:latin typeface="DM Sans"/>
                <a:ea typeface="DM Sans"/>
                <a:cs typeface="DM Sans"/>
                <a:sym typeface="DM Sans"/>
              </a:rPr>
              <a:t>Gaussian Naive Bayes assumes that features follow a Gaussian distribution and are independent. This model is particularly useful in binary classification scenarios. It calculates the posterior probability for each class and provides predictions based on the probability calculated from the input features.</a:t>
            </a:r>
            <a:endParaRPr b="0" i="0" sz="1619" u="none" cap="none" strike="noStrike">
              <a:solidFill>
                <a:srgbClr val="000000"/>
              </a:solidFill>
              <a:latin typeface="Noto Sans Symbols"/>
              <a:ea typeface="Noto Sans Symbols"/>
              <a:cs typeface="Noto Sans Symbols"/>
              <a:sym typeface="Noto Sans Symbols"/>
            </a:endParaRPr>
          </a:p>
        </p:txBody>
      </p:sp>
      <p:grpSp>
        <p:nvGrpSpPr>
          <p:cNvPr id="834" name="Google Shape;834;p10"/>
          <p:cNvGrpSpPr/>
          <p:nvPr/>
        </p:nvGrpSpPr>
        <p:grpSpPr>
          <a:xfrm>
            <a:off x="954360" y="947880"/>
            <a:ext cx="187920" cy="188640"/>
            <a:chOff x="954360" y="947880"/>
            <a:chExt cx="187920" cy="188640"/>
          </a:xfrm>
        </p:grpSpPr>
        <p:sp>
          <p:nvSpPr>
            <p:cNvPr id="835" name="Google Shape;835;p10"/>
            <p:cNvSpPr/>
            <p:nvPr/>
          </p:nvSpPr>
          <p:spPr>
            <a:xfrm>
              <a:off x="1024560" y="10364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36" name="Google Shape;836;p10"/>
            <p:cNvSpPr/>
            <p:nvPr/>
          </p:nvSpPr>
          <p:spPr>
            <a:xfrm>
              <a:off x="1093320" y="1036440"/>
              <a:ext cx="4896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37" name="Google Shape;837;p10"/>
            <p:cNvSpPr/>
            <p:nvPr/>
          </p:nvSpPr>
          <p:spPr>
            <a:xfrm>
              <a:off x="954360" y="1036440"/>
              <a:ext cx="49320" cy="1224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38" name="Google Shape;838;p10"/>
            <p:cNvSpPr/>
            <p:nvPr/>
          </p:nvSpPr>
          <p:spPr>
            <a:xfrm>
              <a:off x="1041480" y="101916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39" name="Google Shape;839;p10"/>
            <p:cNvSpPr/>
            <p:nvPr/>
          </p:nvSpPr>
          <p:spPr>
            <a:xfrm>
              <a:off x="1041480" y="1088640"/>
              <a:ext cx="12600" cy="4788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40" name="Google Shape;840;p10"/>
            <p:cNvSpPr/>
            <p:nvPr/>
          </p:nvSpPr>
          <p:spPr>
            <a:xfrm>
              <a:off x="1041480" y="947880"/>
              <a:ext cx="12600" cy="4932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
                                        </p:tgtEl>
                                        <p:attrNameLst>
                                          <p:attrName>style.visibility</p:attrName>
                                        </p:attrNameLst>
                                      </p:cBhvr>
                                      <p:to>
                                        <p:strVal val="visible"/>
                                      </p:to>
                                    </p:set>
                                    <p:animEffect filter="fade" transition="in">
                                      <p:cBhvr>
                                        <p:cTn dur="1"/>
                                        <p:tgtEl>
                                          <p:spTgt spid="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gtEl>
                                        <p:attrNameLst>
                                          <p:attrName>style.visibility</p:attrName>
                                        </p:attrNameLst>
                                      </p:cBhvr>
                                      <p:to>
                                        <p:strVal val="visible"/>
                                      </p:to>
                                    </p:set>
                                    <p:animEffect filter="fade" transition="in">
                                      <p:cBhvr>
                                        <p:cTn dur="1000"/>
                                        <p:tgtEl>
                                          <p:spTgt spid="8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g34742053dee_0_0"/>
          <p:cNvSpPr txBox="1"/>
          <p:nvPr/>
        </p:nvSpPr>
        <p:spPr>
          <a:xfrm>
            <a:off x="2832450" y="450925"/>
            <a:ext cx="4239300" cy="69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chemeClr val="dk1"/>
                </a:solidFill>
              </a:rPr>
              <a:t>OUTPUT:-</a:t>
            </a:r>
            <a:endParaRPr sz="2800">
              <a:solidFill>
                <a:schemeClr val="dk1"/>
              </a:solidFill>
            </a:endParaRPr>
          </a:p>
        </p:txBody>
      </p:sp>
      <p:pic>
        <p:nvPicPr>
          <p:cNvPr id="846" name="Google Shape;846;g34742053dee_0_0"/>
          <p:cNvPicPr preferRelativeResize="0"/>
          <p:nvPr/>
        </p:nvPicPr>
        <p:blipFill>
          <a:blip r:embed="rId3">
            <a:alphaModFix/>
          </a:blip>
          <a:stretch>
            <a:fillRect/>
          </a:stretch>
        </p:blipFill>
        <p:spPr>
          <a:xfrm>
            <a:off x="1091850" y="1037975"/>
            <a:ext cx="6568488" cy="3694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g34742053dee_0_5"/>
          <p:cNvSpPr txBox="1"/>
          <p:nvPr/>
        </p:nvSpPr>
        <p:spPr>
          <a:xfrm>
            <a:off x="1305850" y="0"/>
            <a:ext cx="6799200" cy="387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chemeClr val="dk1"/>
                </a:solidFill>
              </a:rPr>
              <a:t>USAGE OF LIBRARIES IN THE PROJECT:-</a:t>
            </a:r>
            <a:endParaRPr b="1" sz="2000" u="sng">
              <a:solidFill>
                <a:schemeClr val="dk1"/>
              </a:solidFill>
            </a:endParaRPr>
          </a:p>
          <a:p>
            <a:pPr indent="0" lvl="0" marL="0" rtl="0" algn="l">
              <a:spcBef>
                <a:spcPts val="0"/>
              </a:spcBef>
              <a:spcAft>
                <a:spcPts val="0"/>
              </a:spcAft>
              <a:buNone/>
            </a:pPr>
            <a:r>
              <a:t/>
            </a:r>
            <a:endParaRPr sz="2000">
              <a:solidFill>
                <a:schemeClr val="dk1"/>
              </a:solidFill>
            </a:endParaRPr>
          </a:p>
          <a:p>
            <a:pPr indent="0" lvl="0" marL="0" rtl="0" algn="l">
              <a:lnSpc>
                <a:spcPct val="115000"/>
              </a:lnSpc>
              <a:spcBef>
                <a:spcPts val="1400"/>
              </a:spcBef>
              <a:spcAft>
                <a:spcPts val="0"/>
              </a:spcAft>
              <a:buNone/>
            </a:pPr>
            <a:r>
              <a:rPr b="1" lang="en" sz="1300"/>
              <a:t>1. Tkinter (</a:t>
            </a:r>
            <a:r>
              <a:rPr b="1" lang="en" sz="1300">
                <a:solidFill>
                  <a:srgbClr val="188038"/>
                </a:solidFill>
                <a:latin typeface="Roboto Mono"/>
                <a:ea typeface="Roboto Mono"/>
                <a:cs typeface="Roboto Mono"/>
                <a:sym typeface="Roboto Mono"/>
              </a:rPr>
              <a:t>tk</a:t>
            </a:r>
            <a:r>
              <a:rPr b="1" lang="en" sz="1300"/>
              <a:t> and </a:t>
            </a:r>
            <a:r>
              <a:rPr b="1" lang="en" sz="1300">
                <a:solidFill>
                  <a:srgbClr val="188038"/>
                </a:solidFill>
                <a:latin typeface="Roboto Mono"/>
                <a:ea typeface="Roboto Mono"/>
                <a:cs typeface="Roboto Mono"/>
                <a:sym typeface="Roboto Mono"/>
              </a:rPr>
              <a:t>ttk</a:t>
            </a:r>
            <a:r>
              <a:rPr b="1" lang="en" sz="1300"/>
              <a:t>) – GUI Development</a:t>
            </a:r>
            <a:endParaRPr b="1" sz="1300"/>
          </a:p>
          <a:p>
            <a:pPr indent="-298450" lvl="0" marL="457200" rtl="0" algn="l">
              <a:lnSpc>
                <a:spcPct val="115000"/>
              </a:lnSpc>
              <a:spcBef>
                <a:spcPts val="1200"/>
              </a:spcBef>
              <a:spcAft>
                <a:spcPts val="0"/>
              </a:spcAft>
              <a:buSzPts val="1100"/>
              <a:buChar char="●"/>
            </a:pPr>
            <a:r>
              <a:rPr b="1" lang="en" sz="1100">
                <a:solidFill>
                  <a:srgbClr val="188038"/>
                </a:solidFill>
                <a:latin typeface="Roboto Mono"/>
                <a:ea typeface="Roboto Mono"/>
                <a:cs typeface="Roboto Mono"/>
                <a:sym typeface="Roboto Mono"/>
              </a:rPr>
              <a:t>tkinter</a:t>
            </a:r>
            <a:r>
              <a:rPr lang="en" sz="1100"/>
              <a:t> is Python’s built-in library for creating graphical user interfaces (GUIs).</a:t>
            </a:r>
            <a:br>
              <a:rPr lang="en" sz="1100"/>
            </a:br>
            <a:endParaRPr sz="1100"/>
          </a:p>
          <a:p>
            <a:pPr indent="-298450" lvl="0" marL="457200" rtl="0" algn="l">
              <a:lnSpc>
                <a:spcPct val="115000"/>
              </a:lnSpc>
              <a:spcBef>
                <a:spcPts val="0"/>
              </a:spcBef>
              <a:spcAft>
                <a:spcPts val="0"/>
              </a:spcAft>
              <a:buSzPts val="1100"/>
              <a:buChar char="●"/>
            </a:pPr>
            <a:r>
              <a:rPr b="1" lang="en" sz="1100">
                <a:solidFill>
                  <a:srgbClr val="188038"/>
                </a:solidFill>
                <a:latin typeface="Roboto Mono"/>
                <a:ea typeface="Roboto Mono"/>
                <a:cs typeface="Roboto Mono"/>
                <a:sym typeface="Roboto Mono"/>
              </a:rPr>
              <a:t>ttk</a:t>
            </a:r>
            <a:r>
              <a:rPr b="1" lang="en" sz="1100"/>
              <a:t> (Themed Tkinter Widgets)</a:t>
            </a:r>
            <a:r>
              <a:rPr lang="en" sz="1100"/>
              <a:t> provides improved styling and modern-looking widgets.</a:t>
            </a:r>
            <a:endParaRPr sz="1100"/>
          </a:p>
          <a:p>
            <a:pPr indent="0" lvl="0" marL="0" rtl="0" algn="l">
              <a:lnSpc>
                <a:spcPct val="115000"/>
              </a:lnSpc>
              <a:spcBef>
                <a:spcPts val="1400"/>
              </a:spcBef>
              <a:spcAft>
                <a:spcPts val="0"/>
              </a:spcAft>
              <a:buNone/>
            </a:pPr>
            <a:r>
              <a:rPr b="1" lang="en" sz="1300"/>
              <a:t>2. NumPy (</a:t>
            </a:r>
            <a:r>
              <a:rPr b="1" lang="en" sz="1300">
                <a:solidFill>
                  <a:srgbClr val="188038"/>
                </a:solidFill>
                <a:latin typeface="Roboto Mono"/>
                <a:ea typeface="Roboto Mono"/>
                <a:cs typeface="Roboto Mono"/>
                <a:sym typeface="Roboto Mono"/>
              </a:rPr>
              <a:t>numpy as np</a:t>
            </a:r>
            <a:r>
              <a:rPr b="1" lang="en" sz="1300"/>
              <a:t>) – Numerical Computation</a:t>
            </a:r>
            <a:endParaRPr b="1" sz="1300"/>
          </a:p>
          <a:p>
            <a:pPr indent="-298450" lvl="0" marL="457200" rtl="0" algn="l">
              <a:lnSpc>
                <a:spcPct val="115000"/>
              </a:lnSpc>
              <a:spcBef>
                <a:spcPts val="1200"/>
              </a:spcBef>
              <a:spcAft>
                <a:spcPts val="0"/>
              </a:spcAft>
              <a:buSzPts val="1100"/>
              <a:buChar char="●"/>
            </a:pPr>
            <a:r>
              <a:rPr b="1" lang="en" sz="1100"/>
              <a:t>NumPy</a:t>
            </a:r>
            <a:r>
              <a:rPr lang="en" sz="1100"/>
              <a:t> provides support for working with arrays, matrices, and numerical calculations.</a:t>
            </a:r>
            <a:br>
              <a:rPr lang="en" sz="1100"/>
            </a:br>
            <a:endParaRPr sz="1100"/>
          </a:p>
          <a:p>
            <a:pPr indent="0" lvl="0" marL="0" rtl="0" algn="l">
              <a:lnSpc>
                <a:spcPct val="115000"/>
              </a:lnSpc>
              <a:spcBef>
                <a:spcPts val="1400"/>
              </a:spcBef>
              <a:spcAft>
                <a:spcPts val="0"/>
              </a:spcAft>
              <a:buNone/>
            </a:pPr>
            <a:r>
              <a:rPr b="1" lang="en" sz="1300"/>
              <a:t>3. scikit-learn (</a:t>
            </a:r>
            <a:r>
              <a:rPr b="1" lang="en" sz="1300">
                <a:solidFill>
                  <a:srgbClr val="188038"/>
                </a:solidFill>
                <a:latin typeface="Roboto Mono"/>
                <a:ea typeface="Roboto Mono"/>
                <a:cs typeface="Roboto Mono"/>
                <a:sym typeface="Roboto Mono"/>
              </a:rPr>
              <a:t>sklearn</a:t>
            </a:r>
            <a:r>
              <a:rPr b="1" lang="en" sz="1300"/>
              <a:t>) – Machine Learning</a:t>
            </a:r>
            <a:endParaRPr b="1" sz="1300"/>
          </a:p>
          <a:p>
            <a:pPr indent="-298450" lvl="0" marL="457200" rtl="0" algn="l">
              <a:lnSpc>
                <a:spcPct val="115000"/>
              </a:lnSpc>
              <a:spcBef>
                <a:spcPts val="1200"/>
              </a:spcBef>
              <a:spcAft>
                <a:spcPts val="0"/>
              </a:spcAft>
              <a:buSzPts val="1100"/>
              <a:buChar char="●"/>
            </a:pPr>
            <a:r>
              <a:rPr b="1" lang="en" sz="1100">
                <a:solidFill>
                  <a:srgbClr val="188038"/>
                </a:solidFill>
                <a:latin typeface="Roboto Mono"/>
                <a:ea typeface="Roboto Mono"/>
                <a:cs typeface="Roboto Mono"/>
                <a:sym typeface="Roboto Mono"/>
              </a:rPr>
              <a:t>train_test_split</a:t>
            </a:r>
            <a:r>
              <a:rPr lang="en" sz="1100"/>
              <a:t>: Splits the dataset into training and testing sets.</a:t>
            </a:r>
            <a:br>
              <a:rPr lang="en" sz="1100"/>
            </a:br>
            <a:endParaRPr sz="1100"/>
          </a:p>
          <a:p>
            <a:pPr indent="-298450" lvl="0" marL="457200" rtl="0" algn="l">
              <a:lnSpc>
                <a:spcPct val="115000"/>
              </a:lnSpc>
              <a:spcBef>
                <a:spcPts val="0"/>
              </a:spcBef>
              <a:spcAft>
                <a:spcPts val="0"/>
              </a:spcAft>
              <a:buSzPts val="1100"/>
              <a:buChar char="●"/>
            </a:pPr>
            <a:r>
              <a:rPr b="1" lang="en" sz="1100">
                <a:solidFill>
                  <a:srgbClr val="188038"/>
                </a:solidFill>
                <a:latin typeface="Roboto Mono"/>
                <a:ea typeface="Roboto Mono"/>
                <a:cs typeface="Roboto Mono"/>
                <a:sym typeface="Roboto Mono"/>
              </a:rPr>
              <a:t>KNeighborsClassifier</a:t>
            </a:r>
            <a:r>
              <a:rPr lang="en" sz="1100"/>
              <a:t>: Implements K-Nearest Neighbors (KNN) classification.</a:t>
            </a:r>
            <a:endParaRPr sz="1100"/>
          </a:p>
          <a:p>
            <a:pPr indent="0" lvl="0" marL="0" rtl="0" algn="l">
              <a:lnSpc>
                <a:spcPct val="115000"/>
              </a:lnSpc>
              <a:spcBef>
                <a:spcPts val="1400"/>
              </a:spcBef>
              <a:spcAft>
                <a:spcPts val="0"/>
              </a:spcAft>
              <a:buNone/>
            </a:pPr>
            <a:r>
              <a:rPr b="1" lang="en" sz="1300"/>
              <a:t>4. Matplotlib (</a:t>
            </a:r>
            <a:r>
              <a:rPr b="1" lang="en" sz="1300">
                <a:solidFill>
                  <a:srgbClr val="188038"/>
                </a:solidFill>
                <a:latin typeface="Roboto Mono"/>
                <a:ea typeface="Roboto Mono"/>
                <a:cs typeface="Roboto Mono"/>
                <a:sym typeface="Roboto Mono"/>
              </a:rPr>
              <a:t>matplotlib.pyplot as plt</a:t>
            </a:r>
            <a:r>
              <a:rPr b="1" lang="en" sz="1300"/>
              <a:t>) – Data Visualization</a:t>
            </a:r>
            <a:endParaRPr b="1" sz="1300"/>
          </a:p>
          <a:p>
            <a:pPr indent="-298450" lvl="0" marL="457200" rtl="0" algn="l">
              <a:lnSpc>
                <a:spcPct val="115000"/>
              </a:lnSpc>
              <a:spcBef>
                <a:spcPts val="1200"/>
              </a:spcBef>
              <a:spcAft>
                <a:spcPts val="0"/>
              </a:spcAft>
              <a:buSzPts val="1100"/>
              <a:buChar char="●"/>
            </a:pPr>
            <a:r>
              <a:rPr b="1" lang="en" sz="1100">
                <a:solidFill>
                  <a:srgbClr val="188038"/>
                </a:solidFill>
                <a:latin typeface="Roboto Mono"/>
                <a:ea typeface="Roboto Mono"/>
                <a:cs typeface="Roboto Mono"/>
                <a:sym typeface="Roboto Mono"/>
              </a:rPr>
              <a:t>pyplot</a:t>
            </a:r>
            <a:r>
              <a:rPr lang="en" sz="1100"/>
              <a:t> provides tools for plotting graphs.</a:t>
            </a:r>
            <a:br>
              <a:rPr lang="en" sz="1100"/>
            </a:br>
            <a:endParaRPr sz="1100"/>
          </a:p>
          <a:p>
            <a:pPr indent="-298450" lvl="0" marL="457200" rtl="0" algn="l">
              <a:lnSpc>
                <a:spcPct val="115000"/>
              </a:lnSpc>
              <a:spcBef>
                <a:spcPts val="0"/>
              </a:spcBef>
              <a:spcAft>
                <a:spcPts val="0"/>
              </a:spcAft>
              <a:buSzPts val="1100"/>
              <a:buChar char="●"/>
            </a:pPr>
            <a:r>
              <a:rPr b="1" lang="en" sz="1100">
                <a:solidFill>
                  <a:srgbClr val="188038"/>
                </a:solidFill>
                <a:latin typeface="Roboto Mono"/>
                <a:ea typeface="Roboto Mono"/>
                <a:cs typeface="Roboto Mono"/>
                <a:sym typeface="Roboto Mono"/>
              </a:rPr>
              <a:t>FigureCanvasTkAgg</a:t>
            </a:r>
            <a:r>
              <a:rPr lang="en" sz="1100"/>
              <a:t> integrates Matplotlib plots into Tkinter GUIs.</a:t>
            </a:r>
            <a:endParaRPr sz="1100"/>
          </a:p>
          <a:p>
            <a:pPr indent="0" lvl="0" marL="0" rtl="0" algn="l">
              <a:lnSpc>
                <a:spcPct val="115000"/>
              </a:lnSpc>
              <a:spcBef>
                <a:spcPts val="1200"/>
              </a:spcBef>
              <a:spcAft>
                <a:spcPts val="0"/>
              </a:spcAft>
              <a:buNone/>
            </a:pPr>
            <a:r>
              <a:t/>
            </a:r>
            <a:endParaRPr sz="1100"/>
          </a:p>
          <a:p>
            <a:pPr indent="0" lvl="0" marL="0" rtl="0" algn="l">
              <a:spcBef>
                <a:spcPts val="1200"/>
              </a:spcBef>
              <a:spcAft>
                <a:spcPts val="0"/>
              </a:spcAft>
              <a:buNone/>
            </a:pPr>
            <a:r>
              <a:t/>
            </a:r>
            <a:endParaRPr sz="20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34742053dee_0_13"/>
          <p:cNvSpPr txBox="1"/>
          <p:nvPr>
            <p:ph idx="4294967295" type="title"/>
          </p:nvPr>
        </p:nvSpPr>
        <p:spPr>
          <a:xfrm>
            <a:off x="772965" y="-10"/>
            <a:ext cx="4105200" cy="1790400"/>
          </a:xfrm>
          <a:prstGeom prst="rect">
            <a:avLst/>
          </a:prstGeom>
          <a:noFill/>
          <a:ln>
            <a:noFill/>
          </a:ln>
        </p:spPr>
        <p:txBody>
          <a:bodyPr anchorCtr="0" anchor="b" bIns="91425" lIns="91425" spcFirstLastPara="1" rIns="91425" wrap="square" tIns="91425">
            <a:normAutofit fontScale="90000"/>
          </a:bodyPr>
          <a:lstStyle/>
          <a:p>
            <a:pPr indent="0" lvl="0" marL="0" marR="0" rtl="0" algn="l">
              <a:lnSpc>
                <a:spcPct val="100000"/>
              </a:lnSpc>
              <a:spcBef>
                <a:spcPts val="0"/>
              </a:spcBef>
              <a:spcAft>
                <a:spcPts val="0"/>
              </a:spcAft>
              <a:buClr>
                <a:schemeClr val="dk1"/>
              </a:buClr>
              <a:buSzPct val="100000"/>
              <a:buFont typeface="Plus Jakarta Sans ExtraBold"/>
              <a:buNone/>
            </a:pPr>
            <a:r>
              <a:rPr b="0" i="0" lang="en" sz="5400" u="none" cap="none" strike="noStrike">
                <a:solidFill>
                  <a:schemeClr val="dk1"/>
                </a:solidFill>
                <a:latin typeface="Plus Jakarta Sans ExtraBold"/>
                <a:ea typeface="Plus Jakarta Sans ExtraBold"/>
                <a:cs typeface="Plus Jakarta Sans ExtraBold"/>
                <a:sym typeface="Plus Jakarta Sans ExtraBold"/>
              </a:rPr>
              <a:t>Conclusions</a:t>
            </a:r>
            <a:endParaRPr sz="5400">
              <a:latin typeface="Plus Jakarta Sans ExtraBold"/>
              <a:ea typeface="Plus Jakarta Sans ExtraBold"/>
              <a:cs typeface="Plus Jakarta Sans ExtraBold"/>
              <a:sym typeface="Plus Jakarta Sans ExtraBold"/>
            </a:endParaRPr>
          </a:p>
        </p:txBody>
      </p:sp>
      <p:sp>
        <p:nvSpPr>
          <p:cNvPr id="857" name="Google Shape;857;g34742053dee_0_13"/>
          <p:cNvSpPr txBox="1"/>
          <p:nvPr>
            <p:ph idx="4294967295" type="subTitle"/>
          </p:nvPr>
        </p:nvSpPr>
        <p:spPr>
          <a:xfrm>
            <a:off x="717715" y="1790395"/>
            <a:ext cx="4105200" cy="15999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chemeClr val="dk1"/>
              </a:buClr>
              <a:buSzPts val="1310"/>
              <a:buFont typeface="Arial"/>
              <a:buNone/>
            </a:pPr>
            <a:r>
              <a:rPr b="0" i="0" lang="en" sz="1509" u="none" cap="none" strike="noStrike">
                <a:solidFill>
                  <a:schemeClr val="dk1"/>
                </a:solidFill>
                <a:latin typeface="DM Sans"/>
                <a:ea typeface="DM Sans"/>
                <a:cs typeface="DM Sans"/>
                <a:sym typeface="DM Sans"/>
              </a:rPr>
              <a:t>This project effectively demonstrates the integration of machine learning with a user-friendly GUI to predict diabetes. By utilizing KNN, Logistic Regression, and Gaussian Naive Bayes, the program educates users on prediction methodologies while enabling interactivity through a visual interface. Future improvements may include using a larger dataset and incorporating more advanced models.</a:t>
            </a:r>
            <a:endParaRPr b="0" i="0" sz="1509" u="none" cap="none" strike="noStrike">
              <a:solidFill>
                <a:srgbClr val="000000"/>
              </a:solidFill>
              <a:latin typeface="Noto Sans Symbols"/>
              <a:ea typeface="Noto Sans Symbols"/>
              <a:cs typeface="Noto Sans Symbols"/>
              <a:sym typeface="Noto Sans Symbols"/>
            </a:endParaRPr>
          </a:p>
        </p:txBody>
      </p:sp>
      <p:grpSp>
        <p:nvGrpSpPr>
          <p:cNvPr id="858" name="Google Shape;858;g34742053dee_0_13"/>
          <p:cNvGrpSpPr/>
          <p:nvPr/>
        </p:nvGrpSpPr>
        <p:grpSpPr>
          <a:xfrm>
            <a:off x="4822920" y="652680"/>
            <a:ext cx="4070880" cy="3669121"/>
            <a:chOff x="4822920" y="652680"/>
            <a:chExt cx="4070880" cy="3669121"/>
          </a:xfrm>
        </p:grpSpPr>
        <p:sp>
          <p:nvSpPr>
            <p:cNvPr id="859" name="Google Shape;859;g34742053dee_0_13"/>
            <p:cNvSpPr/>
            <p:nvPr/>
          </p:nvSpPr>
          <p:spPr>
            <a:xfrm flipH="1">
              <a:off x="5176080" y="652680"/>
              <a:ext cx="3370680" cy="3669121"/>
            </a:xfrm>
            <a:custGeom>
              <a:rect b="b" l="l" r="r" t="t"/>
              <a:pathLst>
                <a:path extrusionOk="0" h="1011" w="1091">
                  <a:moveTo>
                    <a:pt x="1011" y="1011"/>
                  </a:moveTo>
                  <a:cubicBezTo>
                    <a:pt x="80" y="1011"/>
                    <a:pt x="80" y="1011"/>
                    <a:pt x="80" y="1011"/>
                  </a:cubicBezTo>
                  <a:cubicBezTo>
                    <a:pt x="36" y="1011"/>
                    <a:pt x="0" y="975"/>
                    <a:pt x="0" y="930"/>
                  </a:cubicBezTo>
                  <a:cubicBezTo>
                    <a:pt x="0" y="80"/>
                    <a:pt x="0" y="80"/>
                    <a:pt x="0" y="80"/>
                  </a:cubicBezTo>
                  <a:cubicBezTo>
                    <a:pt x="0" y="36"/>
                    <a:pt x="36" y="0"/>
                    <a:pt x="80" y="0"/>
                  </a:cubicBezTo>
                  <a:cubicBezTo>
                    <a:pt x="571" y="0"/>
                    <a:pt x="571" y="0"/>
                    <a:pt x="571" y="0"/>
                  </a:cubicBezTo>
                  <a:cubicBezTo>
                    <a:pt x="858" y="0"/>
                    <a:pt x="1091" y="232"/>
                    <a:pt x="1091" y="520"/>
                  </a:cubicBezTo>
                  <a:cubicBezTo>
                    <a:pt x="1091" y="930"/>
                    <a:pt x="1091" y="930"/>
                    <a:pt x="1091" y="930"/>
                  </a:cubicBezTo>
                  <a:cubicBezTo>
                    <a:pt x="1091" y="975"/>
                    <a:pt x="1055" y="1011"/>
                    <a:pt x="1011" y="101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0" name="Google Shape;860;g34742053dee_0_13"/>
            <p:cNvSpPr/>
            <p:nvPr/>
          </p:nvSpPr>
          <p:spPr>
            <a:xfrm>
              <a:off x="6558840" y="812520"/>
              <a:ext cx="549360" cy="249480"/>
            </a:xfrm>
            <a:custGeom>
              <a:rect b="b" l="l" r="r" t="t"/>
              <a:pathLst>
                <a:path extrusionOk="0" h="340" w="749">
                  <a:moveTo>
                    <a:pt x="67" y="206"/>
                  </a:moveTo>
                  <a:cubicBezTo>
                    <a:pt x="94" y="206"/>
                    <a:pt x="94" y="206"/>
                    <a:pt x="94" y="206"/>
                  </a:cubicBezTo>
                  <a:cubicBezTo>
                    <a:pt x="94" y="92"/>
                    <a:pt x="186" y="0"/>
                    <a:pt x="300" y="0"/>
                  </a:cubicBezTo>
                  <a:cubicBezTo>
                    <a:pt x="384" y="0"/>
                    <a:pt x="456" y="50"/>
                    <a:pt x="488" y="122"/>
                  </a:cubicBezTo>
                  <a:cubicBezTo>
                    <a:pt x="502" y="114"/>
                    <a:pt x="519" y="109"/>
                    <a:pt x="536" y="109"/>
                  </a:cubicBezTo>
                  <a:cubicBezTo>
                    <a:pt x="590" y="109"/>
                    <a:pt x="633" y="153"/>
                    <a:pt x="633" y="206"/>
                  </a:cubicBezTo>
                  <a:cubicBezTo>
                    <a:pt x="682" y="206"/>
                    <a:pt x="682" y="206"/>
                    <a:pt x="682" y="206"/>
                  </a:cubicBezTo>
                  <a:cubicBezTo>
                    <a:pt x="719" y="206"/>
                    <a:pt x="749" y="236"/>
                    <a:pt x="749" y="273"/>
                  </a:cubicBezTo>
                  <a:cubicBezTo>
                    <a:pt x="749" y="310"/>
                    <a:pt x="719" y="340"/>
                    <a:pt x="682" y="340"/>
                  </a:cubicBezTo>
                  <a:cubicBezTo>
                    <a:pt x="67" y="340"/>
                    <a:pt x="67" y="340"/>
                    <a:pt x="67" y="340"/>
                  </a:cubicBezTo>
                  <a:cubicBezTo>
                    <a:pt x="30" y="340"/>
                    <a:pt x="0" y="310"/>
                    <a:pt x="0" y="273"/>
                  </a:cubicBezTo>
                  <a:cubicBezTo>
                    <a:pt x="0" y="236"/>
                    <a:pt x="30" y="206"/>
                    <a:pt x="67" y="20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861" name="Google Shape;861;g34742053dee_0_13"/>
            <p:cNvGrpSpPr/>
            <p:nvPr/>
          </p:nvGrpSpPr>
          <p:grpSpPr>
            <a:xfrm>
              <a:off x="4889520" y="1248120"/>
              <a:ext cx="3175500" cy="2414400"/>
              <a:chOff x="4889520" y="1248120"/>
              <a:chExt cx="3175500" cy="2414400"/>
            </a:xfrm>
          </p:grpSpPr>
          <p:sp>
            <p:nvSpPr>
              <p:cNvPr id="862" name="Google Shape;862;g34742053dee_0_13"/>
              <p:cNvSpPr/>
              <p:nvPr/>
            </p:nvSpPr>
            <p:spPr>
              <a:xfrm>
                <a:off x="4889520" y="1248120"/>
                <a:ext cx="3175200" cy="241440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3" name="Google Shape;863;g34742053dee_0_13"/>
              <p:cNvSpPr/>
              <p:nvPr/>
            </p:nvSpPr>
            <p:spPr>
              <a:xfrm>
                <a:off x="7571520" y="1248120"/>
                <a:ext cx="493500" cy="24144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4" name="Google Shape;864;g34742053dee_0_13"/>
              <p:cNvSpPr/>
              <p:nvPr/>
            </p:nvSpPr>
            <p:spPr>
              <a:xfrm>
                <a:off x="4889520" y="1248120"/>
                <a:ext cx="3175200" cy="2103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5" name="Google Shape;865;g34742053dee_0_13"/>
              <p:cNvSpPr/>
              <p:nvPr/>
            </p:nvSpPr>
            <p:spPr>
              <a:xfrm>
                <a:off x="5022000" y="1320840"/>
                <a:ext cx="65160" cy="65160"/>
              </a:xfrm>
              <a:custGeom>
                <a:rect b="b" l="l" r="r" t="t"/>
                <a:pathLst>
                  <a:path extrusionOk="0" h="19" w="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5" y="0"/>
                      <a:pt x="9" y="0"/>
                    </a:cubicBezTo>
                    <a:cubicBezTo>
                      <a:pt x="4" y="0"/>
                      <a:pt x="0" y="4"/>
                      <a:pt x="0" y="10"/>
                    </a:cubicBezTo>
                    <a:cubicBezTo>
                      <a:pt x="0" y="15"/>
                      <a:pt x="4" y="19"/>
                      <a:pt x="9" y="19"/>
                    </a:cubicBezTo>
                    <a:cubicBezTo>
                      <a:pt x="15" y="19"/>
                      <a:pt x="19" y="15"/>
                      <a:pt x="19" y="10"/>
                    </a:cubicBezTo>
                    <a:lnTo>
                      <a:pt x="17" y="10"/>
                    </a:lnTo>
                    <a:close/>
                  </a:path>
                </a:pathLst>
              </a:custGeom>
              <a:solidFill>
                <a:schemeClr val="dk1"/>
              </a:solidFill>
              <a:ln>
                <a:noFill/>
              </a:ln>
            </p:spPr>
            <p:txBody>
              <a:bodyPr anchorCtr="0" anchor="t" bIns="32750" lIns="91425" spcFirstLastPara="1" rIns="91425" wrap="square" tIns="32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6" name="Google Shape;866;g34742053dee_0_13"/>
              <p:cNvSpPr/>
              <p:nvPr/>
            </p:nvSpPr>
            <p:spPr>
              <a:xfrm>
                <a:off x="5153400" y="1320840"/>
                <a:ext cx="65160" cy="65160"/>
              </a:xfrm>
              <a:custGeom>
                <a:rect b="b" l="l" r="r" t="t"/>
                <a:pathLst>
                  <a:path extrusionOk="0" h="19" w="19">
                    <a:moveTo>
                      <a:pt x="17" y="10"/>
                    </a:moveTo>
                    <a:cubicBezTo>
                      <a:pt x="15" y="10"/>
                      <a:pt x="15" y="10"/>
                      <a:pt x="15" y="10"/>
                    </a:cubicBezTo>
                    <a:cubicBezTo>
                      <a:pt x="15" y="13"/>
                      <a:pt x="13" y="15"/>
                      <a:pt x="10" y="15"/>
                    </a:cubicBezTo>
                    <a:cubicBezTo>
                      <a:pt x="7" y="15"/>
                      <a:pt x="4" y="13"/>
                      <a:pt x="4" y="10"/>
                    </a:cubicBezTo>
                    <a:cubicBezTo>
                      <a:pt x="4" y="7"/>
                      <a:pt x="7" y="4"/>
                      <a:pt x="10" y="4"/>
                    </a:cubicBezTo>
                    <a:cubicBezTo>
                      <a:pt x="13" y="4"/>
                      <a:pt x="15" y="7"/>
                      <a:pt x="15" y="10"/>
                    </a:cubicBezTo>
                    <a:cubicBezTo>
                      <a:pt x="17" y="10"/>
                      <a:pt x="17" y="10"/>
                      <a:pt x="17" y="10"/>
                    </a:cubicBezTo>
                    <a:cubicBezTo>
                      <a:pt x="19" y="10"/>
                      <a:pt x="19" y="10"/>
                      <a:pt x="19" y="10"/>
                    </a:cubicBezTo>
                    <a:cubicBezTo>
                      <a:pt x="19" y="4"/>
                      <a:pt x="15" y="0"/>
                      <a:pt x="10" y="0"/>
                    </a:cubicBezTo>
                    <a:cubicBezTo>
                      <a:pt x="5" y="0"/>
                      <a:pt x="0" y="4"/>
                      <a:pt x="0" y="10"/>
                    </a:cubicBezTo>
                    <a:cubicBezTo>
                      <a:pt x="0" y="15"/>
                      <a:pt x="5" y="19"/>
                      <a:pt x="10" y="19"/>
                    </a:cubicBezTo>
                    <a:cubicBezTo>
                      <a:pt x="15" y="19"/>
                      <a:pt x="19" y="15"/>
                      <a:pt x="19" y="10"/>
                    </a:cubicBezTo>
                    <a:lnTo>
                      <a:pt x="17" y="10"/>
                    </a:lnTo>
                    <a:close/>
                  </a:path>
                </a:pathLst>
              </a:custGeom>
              <a:solidFill>
                <a:schemeClr val="dk1"/>
              </a:solidFill>
              <a:ln>
                <a:noFill/>
              </a:ln>
            </p:spPr>
            <p:txBody>
              <a:bodyPr anchorCtr="0" anchor="t" bIns="32750" lIns="91425" spcFirstLastPara="1" rIns="91425" wrap="square" tIns="32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7" name="Google Shape;867;g34742053dee_0_13"/>
              <p:cNvSpPr/>
              <p:nvPr/>
            </p:nvSpPr>
            <p:spPr>
              <a:xfrm>
                <a:off x="5296680" y="1320840"/>
                <a:ext cx="65160" cy="65160"/>
              </a:xfrm>
              <a:custGeom>
                <a:rect b="b" l="l" r="r" t="t"/>
                <a:pathLst>
                  <a:path extrusionOk="0" h="19" w="19">
                    <a:moveTo>
                      <a:pt x="17" y="10"/>
                    </a:moveTo>
                    <a:cubicBezTo>
                      <a:pt x="15" y="10"/>
                      <a:pt x="15" y="10"/>
                      <a:pt x="15" y="10"/>
                    </a:cubicBezTo>
                    <a:cubicBezTo>
                      <a:pt x="15" y="13"/>
                      <a:pt x="12" y="15"/>
                      <a:pt x="9" y="15"/>
                    </a:cubicBezTo>
                    <a:cubicBezTo>
                      <a:pt x="6" y="15"/>
                      <a:pt x="4" y="13"/>
                      <a:pt x="4" y="10"/>
                    </a:cubicBezTo>
                    <a:cubicBezTo>
                      <a:pt x="4" y="7"/>
                      <a:pt x="6" y="4"/>
                      <a:pt x="9" y="4"/>
                    </a:cubicBezTo>
                    <a:cubicBezTo>
                      <a:pt x="12" y="4"/>
                      <a:pt x="15" y="7"/>
                      <a:pt x="15" y="10"/>
                    </a:cubicBezTo>
                    <a:cubicBezTo>
                      <a:pt x="17" y="10"/>
                      <a:pt x="17" y="10"/>
                      <a:pt x="17" y="10"/>
                    </a:cubicBezTo>
                    <a:cubicBezTo>
                      <a:pt x="19" y="10"/>
                      <a:pt x="19" y="10"/>
                      <a:pt x="19" y="10"/>
                    </a:cubicBezTo>
                    <a:cubicBezTo>
                      <a:pt x="19" y="4"/>
                      <a:pt x="14" y="0"/>
                      <a:pt x="9" y="0"/>
                    </a:cubicBezTo>
                    <a:cubicBezTo>
                      <a:pt x="4" y="0"/>
                      <a:pt x="0" y="4"/>
                      <a:pt x="0" y="10"/>
                    </a:cubicBezTo>
                    <a:cubicBezTo>
                      <a:pt x="0" y="15"/>
                      <a:pt x="4" y="19"/>
                      <a:pt x="9" y="19"/>
                    </a:cubicBezTo>
                    <a:cubicBezTo>
                      <a:pt x="14" y="19"/>
                      <a:pt x="19" y="15"/>
                      <a:pt x="19" y="10"/>
                    </a:cubicBezTo>
                    <a:lnTo>
                      <a:pt x="17" y="10"/>
                    </a:lnTo>
                    <a:close/>
                  </a:path>
                </a:pathLst>
              </a:custGeom>
              <a:solidFill>
                <a:schemeClr val="dk1"/>
              </a:solidFill>
              <a:ln>
                <a:noFill/>
              </a:ln>
            </p:spPr>
            <p:txBody>
              <a:bodyPr anchorCtr="0" anchor="t" bIns="32750" lIns="91425" spcFirstLastPara="1" rIns="91425" wrap="square" tIns="327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8" name="Google Shape;868;g34742053dee_0_13"/>
              <p:cNvSpPr/>
              <p:nvPr/>
            </p:nvSpPr>
            <p:spPr>
              <a:xfrm>
                <a:off x="5558760" y="1331280"/>
                <a:ext cx="442080" cy="43920"/>
              </a:xfrm>
              <a:custGeom>
                <a:rect b="b" l="l" r="r" t="t"/>
                <a:pathLst>
                  <a:path extrusionOk="0" h="13" w="129">
                    <a:moveTo>
                      <a:pt x="123" y="13"/>
                    </a:moveTo>
                    <a:cubicBezTo>
                      <a:pt x="6" y="13"/>
                      <a:pt x="6" y="13"/>
                      <a:pt x="6" y="13"/>
                    </a:cubicBezTo>
                    <a:cubicBezTo>
                      <a:pt x="2" y="13"/>
                      <a:pt x="0" y="10"/>
                      <a:pt x="0" y="7"/>
                    </a:cubicBezTo>
                    <a:cubicBezTo>
                      <a:pt x="0" y="3"/>
                      <a:pt x="2" y="0"/>
                      <a:pt x="6" y="0"/>
                    </a:cubicBezTo>
                    <a:cubicBezTo>
                      <a:pt x="123" y="0"/>
                      <a:pt x="123" y="0"/>
                      <a:pt x="123" y="0"/>
                    </a:cubicBezTo>
                    <a:cubicBezTo>
                      <a:pt x="126" y="0"/>
                      <a:pt x="129" y="3"/>
                      <a:pt x="129" y="7"/>
                    </a:cubicBezTo>
                    <a:cubicBezTo>
                      <a:pt x="129" y="10"/>
                      <a:pt x="126" y="13"/>
                      <a:pt x="123"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69" name="Google Shape;869;g34742053dee_0_13"/>
              <p:cNvSpPr/>
              <p:nvPr/>
            </p:nvSpPr>
            <p:spPr>
              <a:xfrm>
                <a:off x="6123600" y="1331280"/>
                <a:ext cx="445680" cy="43920"/>
              </a:xfrm>
              <a:custGeom>
                <a:rect b="b" l="l" r="r" t="t"/>
                <a:pathLst>
                  <a:path extrusionOk="0" h="13" w="130">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0" name="Google Shape;870;g34742053dee_0_13"/>
              <p:cNvSpPr/>
              <p:nvPr/>
            </p:nvSpPr>
            <p:spPr>
              <a:xfrm>
                <a:off x="6693480" y="1331280"/>
                <a:ext cx="445680" cy="43920"/>
              </a:xfrm>
              <a:custGeom>
                <a:rect b="b" l="l" r="r" t="t"/>
                <a:pathLst>
                  <a:path extrusionOk="0" h="13" w="130">
                    <a:moveTo>
                      <a:pt x="123" y="13"/>
                    </a:moveTo>
                    <a:cubicBezTo>
                      <a:pt x="6" y="13"/>
                      <a:pt x="6" y="13"/>
                      <a:pt x="6" y="13"/>
                    </a:cubicBezTo>
                    <a:cubicBezTo>
                      <a:pt x="3" y="13"/>
                      <a:pt x="0" y="10"/>
                      <a:pt x="0" y="7"/>
                    </a:cubicBezTo>
                    <a:cubicBezTo>
                      <a:pt x="0" y="3"/>
                      <a:pt x="3" y="0"/>
                      <a:pt x="6" y="0"/>
                    </a:cubicBezTo>
                    <a:cubicBezTo>
                      <a:pt x="123" y="0"/>
                      <a:pt x="123" y="0"/>
                      <a:pt x="123" y="0"/>
                    </a:cubicBezTo>
                    <a:cubicBezTo>
                      <a:pt x="127" y="0"/>
                      <a:pt x="130" y="3"/>
                      <a:pt x="130" y="7"/>
                    </a:cubicBezTo>
                    <a:cubicBezTo>
                      <a:pt x="130" y="10"/>
                      <a:pt x="127" y="13"/>
                      <a:pt x="123"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1" name="Google Shape;871;g34742053dee_0_13"/>
              <p:cNvSpPr/>
              <p:nvPr/>
            </p:nvSpPr>
            <p:spPr>
              <a:xfrm>
                <a:off x="7260120" y="1331280"/>
                <a:ext cx="445680" cy="43920"/>
              </a:xfrm>
              <a:custGeom>
                <a:rect b="b" l="l" r="r" t="t"/>
                <a:pathLst>
                  <a:path extrusionOk="0" h="13" w="130">
                    <a:moveTo>
                      <a:pt x="124" y="13"/>
                    </a:moveTo>
                    <a:cubicBezTo>
                      <a:pt x="7" y="13"/>
                      <a:pt x="7" y="13"/>
                      <a:pt x="7" y="13"/>
                    </a:cubicBezTo>
                    <a:cubicBezTo>
                      <a:pt x="3" y="13"/>
                      <a:pt x="0" y="10"/>
                      <a:pt x="0" y="7"/>
                    </a:cubicBezTo>
                    <a:cubicBezTo>
                      <a:pt x="0" y="3"/>
                      <a:pt x="3" y="0"/>
                      <a:pt x="7" y="0"/>
                    </a:cubicBezTo>
                    <a:cubicBezTo>
                      <a:pt x="124" y="0"/>
                      <a:pt x="124" y="0"/>
                      <a:pt x="124" y="0"/>
                    </a:cubicBezTo>
                    <a:cubicBezTo>
                      <a:pt x="127" y="0"/>
                      <a:pt x="130" y="3"/>
                      <a:pt x="130" y="7"/>
                    </a:cubicBezTo>
                    <a:cubicBezTo>
                      <a:pt x="130" y="10"/>
                      <a:pt x="127" y="13"/>
                      <a:pt x="124" y="13"/>
                    </a:cubicBezTo>
                    <a:close/>
                  </a:path>
                </a:pathLst>
              </a:custGeom>
              <a:solidFill>
                <a:schemeClr val="lt1"/>
              </a:solidFill>
              <a:ln>
                <a:noFill/>
              </a:ln>
            </p:spPr>
            <p:txBody>
              <a:bodyPr anchorCtr="0" anchor="t" bIns="21950" lIns="91425" spcFirstLastPara="1" rIns="91425" wrap="square" tIns="21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872" name="Google Shape;872;g34742053dee_0_13"/>
            <p:cNvSpPr/>
            <p:nvPr/>
          </p:nvSpPr>
          <p:spPr>
            <a:xfrm>
              <a:off x="6242400" y="2282760"/>
              <a:ext cx="775801" cy="777600"/>
            </a:xfrm>
            <a:custGeom>
              <a:rect b="b" l="l" r="r" t="t"/>
              <a:pathLst>
                <a:path extrusionOk="0" h="572" w="571">
                  <a:moveTo>
                    <a:pt x="566" y="340"/>
                  </a:moveTo>
                  <a:cubicBezTo>
                    <a:pt x="569" y="322"/>
                    <a:pt x="571" y="304"/>
                    <a:pt x="571" y="286"/>
                  </a:cubicBezTo>
                  <a:cubicBezTo>
                    <a:pt x="571" y="267"/>
                    <a:pt x="569" y="249"/>
                    <a:pt x="566" y="232"/>
                  </a:cubicBezTo>
                  <a:cubicBezTo>
                    <a:pt x="496" y="232"/>
                    <a:pt x="496" y="232"/>
                    <a:pt x="496" y="232"/>
                  </a:cubicBezTo>
                  <a:cubicBezTo>
                    <a:pt x="491" y="212"/>
                    <a:pt x="483" y="193"/>
                    <a:pt x="473" y="175"/>
                  </a:cubicBezTo>
                  <a:cubicBezTo>
                    <a:pt x="522" y="126"/>
                    <a:pt x="522" y="126"/>
                    <a:pt x="522" y="126"/>
                  </a:cubicBezTo>
                  <a:cubicBezTo>
                    <a:pt x="502" y="96"/>
                    <a:pt x="476" y="70"/>
                    <a:pt x="446" y="49"/>
                  </a:cubicBezTo>
                  <a:cubicBezTo>
                    <a:pt x="396" y="99"/>
                    <a:pt x="396" y="99"/>
                    <a:pt x="396" y="99"/>
                  </a:cubicBezTo>
                  <a:cubicBezTo>
                    <a:pt x="379" y="88"/>
                    <a:pt x="360" y="80"/>
                    <a:pt x="339" y="75"/>
                  </a:cubicBezTo>
                  <a:cubicBezTo>
                    <a:pt x="339" y="5"/>
                    <a:pt x="339" y="5"/>
                    <a:pt x="339" y="5"/>
                  </a:cubicBezTo>
                  <a:cubicBezTo>
                    <a:pt x="322" y="2"/>
                    <a:pt x="304" y="0"/>
                    <a:pt x="285" y="0"/>
                  </a:cubicBezTo>
                  <a:cubicBezTo>
                    <a:pt x="267" y="0"/>
                    <a:pt x="249" y="2"/>
                    <a:pt x="231" y="5"/>
                  </a:cubicBezTo>
                  <a:cubicBezTo>
                    <a:pt x="231" y="75"/>
                    <a:pt x="231" y="75"/>
                    <a:pt x="231" y="75"/>
                  </a:cubicBezTo>
                  <a:cubicBezTo>
                    <a:pt x="211" y="80"/>
                    <a:pt x="192" y="88"/>
                    <a:pt x="174" y="99"/>
                  </a:cubicBezTo>
                  <a:cubicBezTo>
                    <a:pt x="125" y="49"/>
                    <a:pt x="125" y="49"/>
                    <a:pt x="125" y="49"/>
                  </a:cubicBezTo>
                  <a:cubicBezTo>
                    <a:pt x="95" y="70"/>
                    <a:pt x="69" y="96"/>
                    <a:pt x="49" y="126"/>
                  </a:cubicBezTo>
                  <a:cubicBezTo>
                    <a:pt x="98" y="175"/>
                    <a:pt x="98" y="175"/>
                    <a:pt x="98" y="175"/>
                  </a:cubicBezTo>
                  <a:cubicBezTo>
                    <a:pt x="88" y="193"/>
                    <a:pt x="80" y="212"/>
                    <a:pt x="75" y="232"/>
                  </a:cubicBezTo>
                  <a:cubicBezTo>
                    <a:pt x="5" y="232"/>
                    <a:pt x="5" y="232"/>
                    <a:pt x="5" y="232"/>
                  </a:cubicBezTo>
                  <a:cubicBezTo>
                    <a:pt x="1" y="249"/>
                    <a:pt x="0" y="267"/>
                    <a:pt x="0" y="286"/>
                  </a:cubicBezTo>
                  <a:cubicBezTo>
                    <a:pt x="0" y="304"/>
                    <a:pt x="1" y="322"/>
                    <a:pt x="5" y="340"/>
                  </a:cubicBezTo>
                  <a:cubicBezTo>
                    <a:pt x="75" y="340"/>
                    <a:pt x="75" y="340"/>
                    <a:pt x="75" y="340"/>
                  </a:cubicBezTo>
                  <a:cubicBezTo>
                    <a:pt x="80" y="360"/>
                    <a:pt x="88" y="379"/>
                    <a:pt x="98" y="397"/>
                  </a:cubicBezTo>
                  <a:cubicBezTo>
                    <a:pt x="49" y="446"/>
                    <a:pt x="49" y="446"/>
                    <a:pt x="49" y="446"/>
                  </a:cubicBezTo>
                  <a:cubicBezTo>
                    <a:pt x="69" y="476"/>
                    <a:pt x="95" y="502"/>
                    <a:pt x="125" y="523"/>
                  </a:cubicBezTo>
                  <a:cubicBezTo>
                    <a:pt x="174" y="473"/>
                    <a:pt x="174" y="473"/>
                    <a:pt x="174" y="473"/>
                  </a:cubicBezTo>
                  <a:cubicBezTo>
                    <a:pt x="192" y="484"/>
                    <a:pt x="211" y="492"/>
                    <a:pt x="231" y="497"/>
                  </a:cubicBezTo>
                  <a:cubicBezTo>
                    <a:pt x="231" y="567"/>
                    <a:pt x="231" y="567"/>
                    <a:pt x="231" y="567"/>
                  </a:cubicBezTo>
                  <a:cubicBezTo>
                    <a:pt x="249" y="570"/>
                    <a:pt x="267" y="572"/>
                    <a:pt x="285" y="572"/>
                  </a:cubicBezTo>
                  <a:cubicBezTo>
                    <a:pt x="304" y="572"/>
                    <a:pt x="322" y="570"/>
                    <a:pt x="339" y="567"/>
                  </a:cubicBezTo>
                  <a:cubicBezTo>
                    <a:pt x="339" y="497"/>
                    <a:pt x="339" y="497"/>
                    <a:pt x="339" y="497"/>
                  </a:cubicBezTo>
                  <a:cubicBezTo>
                    <a:pt x="360" y="492"/>
                    <a:pt x="379" y="484"/>
                    <a:pt x="396" y="473"/>
                  </a:cubicBezTo>
                  <a:cubicBezTo>
                    <a:pt x="446" y="523"/>
                    <a:pt x="446" y="523"/>
                    <a:pt x="446" y="523"/>
                  </a:cubicBezTo>
                  <a:cubicBezTo>
                    <a:pt x="476" y="502"/>
                    <a:pt x="502" y="476"/>
                    <a:pt x="522" y="446"/>
                  </a:cubicBezTo>
                  <a:cubicBezTo>
                    <a:pt x="473" y="397"/>
                    <a:pt x="473" y="397"/>
                    <a:pt x="473" y="397"/>
                  </a:cubicBezTo>
                  <a:cubicBezTo>
                    <a:pt x="483" y="379"/>
                    <a:pt x="491" y="360"/>
                    <a:pt x="496" y="340"/>
                  </a:cubicBezTo>
                  <a:lnTo>
                    <a:pt x="566" y="340"/>
                  </a:lnTo>
                  <a:close/>
                  <a:moveTo>
                    <a:pt x="285" y="380"/>
                  </a:moveTo>
                  <a:cubicBezTo>
                    <a:pt x="234" y="380"/>
                    <a:pt x="192" y="338"/>
                    <a:pt x="192" y="286"/>
                  </a:cubicBezTo>
                  <a:cubicBezTo>
                    <a:pt x="192" y="234"/>
                    <a:pt x="234" y="192"/>
                    <a:pt x="285" y="192"/>
                  </a:cubicBezTo>
                  <a:cubicBezTo>
                    <a:pt x="337" y="192"/>
                    <a:pt x="379" y="234"/>
                    <a:pt x="379" y="286"/>
                  </a:cubicBezTo>
                  <a:cubicBezTo>
                    <a:pt x="379" y="338"/>
                    <a:pt x="337" y="380"/>
                    <a:pt x="285" y="38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3" name="Google Shape;873;g34742053dee_0_13"/>
            <p:cNvSpPr/>
            <p:nvPr/>
          </p:nvSpPr>
          <p:spPr>
            <a:xfrm>
              <a:off x="5084640" y="2155320"/>
              <a:ext cx="1434600" cy="943560"/>
            </a:xfrm>
            <a:custGeom>
              <a:rect b="b" l="l" r="r" t="t"/>
              <a:pathLst>
                <a:path extrusionOk="0" h="284" w="433">
                  <a:moveTo>
                    <a:pt x="415" y="284"/>
                  </a:moveTo>
                  <a:cubicBezTo>
                    <a:pt x="17" y="284"/>
                    <a:pt x="17" y="284"/>
                    <a:pt x="17" y="284"/>
                  </a:cubicBezTo>
                  <a:cubicBezTo>
                    <a:pt x="8" y="284"/>
                    <a:pt x="0" y="277"/>
                    <a:pt x="0" y="267"/>
                  </a:cubicBezTo>
                  <a:cubicBezTo>
                    <a:pt x="0" y="17"/>
                    <a:pt x="0" y="17"/>
                    <a:pt x="0" y="17"/>
                  </a:cubicBezTo>
                  <a:cubicBezTo>
                    <a:pt x="0" y="7"/>
                    <a:pt x="8" y="0"/>
                    <a:pt x="17" y="0"/>
                  </a:cubicBezTo>
                  <a:cubicBezTo>
                    <a:pt x="415" y="0"/>
                    <a:pt x="415" y="0"/>
                    <a:pt x="415" y="0"/>
                  </a:cubicBezTo>
                  <a:cubicBezTo>
                    <a:pt x="425" y="0"/>
                    <a:pt x="433" y="7"/>
                    <a:pt x="433" y="17"/>
                  </a:cubicBezTo>
                  <a:cubicBezTo>
                    <a:pt x="433" y="267"/>
                    <a:pt x="433" y="267"/>
                    <a:pt x="433" y="267"/>
                  </a:cubicBezTo>
                  <a:cubicBezTo>
                    <a:pt x="433" y="277"/>
                    <a:pt x="425" y="284"/>
                    <a:pt x="415" y="284"/>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4" name="Google Shape;874;g34742053dee_0_13"/>
            <p:cNvSpPr/>
            <p:nvPr/>
          </p:nvSpPr>
          <p:spPr>
            <a:xfrm>
              <a:off x="5236920" y="2321280"/>
              <a:ext cx="1130040" cy="109080"/>
            </a:xfrm>
            <a:custGeom>
              <a:rect b="b" l="l" r="r" t="t"/>
              <a:pathLst>
                <a:path extrusionOk="0" h="33" w="341">
                  <a:moveTo>
                    <a:pt x="324" y="33"/>
                  </a:moveTo>
                  <a:cubicBezTo>
                    <a:pt x="16" y="33"/>
                    <a:pt x="16" y="33"/>
                    <a:pt x="16" y="33"/>
                  </a:cubicBezTo>
                  <a:cubicBezTo>
                    <a:pt x="7" y="33"/>
                    <a:pt x="0" y="26"/>
                    <a:pt x="0" y="17"/>
                  </a:cubicBezTo>
                  <a:cubicBezTo>
                    <a:pt x="0" y="8"/>
                    <a:pt x="7" y="0"/>
                    <a:pt x="16" y="0"/>
                  </a:cubicBezTo>
                  <a:cubicBezTo>
                    <a:pt x="324" y="0"/>
                    <a:pt x="324" y="0"/>
                    <a:pt x="324" y="0"/>
                  </a:cubicBezTo>
                  <a:cubicBezTo>
                    <a:pt x="334" y="0"/>
                    <a:pt x="341" y="8"/>
                    <a:pt x="341" y="17"/>
                  </a:cubicBezTo>
                  <a:cubicBezTo>
                    <a:pt x="341" y="26"/>
                    <a:pt x="334" y="33"/>
                    <a:pt x="324" y="33"/>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5" name="Google Shape;875;g34742053dee_0_13"/>
            <p:cNvSpPr/>
            <p:nvPr/>
          </p:nvSpPr>
          <p:spPr>
            <a:xfrm>
              <a:off x="5236920" y="2567520"/>
              <a:ext cx="298800" cy="298800"/>
            </a:xfrm>
            <a:custGeom>
              <a:rect b="b" l="l" r="r" t="t"/>
              <a:pathLst>
                <a:path extrusionOk="0" h="90" w="90">
                  <a:moveTo>
                    <a:pt x="79" y="90"/>
                  </a:moveTo>
                  <a:cubicBezTo>
                    <a:pt x="10" y="90"/>
                    <a:pt x="10" y="90"/>
                    <a:pt x="10" y="90"/>
                  </a:cubicBezTo>
                  <a:cubicBezTo>
                    <a:pt x="5" y="90"/>
                    <a:pt x="0" y="85"/>
                    <a:pt x="0" y="79"/>
                  </a:cubicBezTo>
                  <a:cubicBezTo>
                    <a:pt x="0" y="10"/>
                    <a:pt x="0" y="10"/>
                    <a:pt x="0" y="10"/>
                  </a:cubicBezTo>
                  <a:cubicBezTo>
                    <a:pt x="0" y="4"/>
                    <a:pt x="5" y="0"/>
                    <a:pt x="10" y="0"/>
                  </a:cubicBezTo>
                  <a:cubicBezTo>
                    <a:pt x="79" y="0"/>
                    <a:pt x="79" y="0"/>
                    <a:pt x="79" y="0"/>
                  </a:cubicBezTo>
                  <a:cubicBezTo>
                    <a:pt x="85" y="0"/>
                    <a:pt x="90" y="4"/>
                    <a:pt x="90" y="10"/>
                  </a:cubicBezTo>
                  <a:cubicBezTo>
                    <a:pt x="90" y="79"/>
                    <a:pt x="90" y="79"/>
                    <a:pt x="90" y="79"/>
                  </a:cubicBezTo>
                  <a:cubicBezTo>
                    <a:pt x="90" y="85"/>
                    <a:pt x="85" y="90"/>
                    <a:pt x="79" y="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6" name="Google Shape;876;g34742053dee_0_13"/>
            <p:cNvSpPr/>
            <p:nvPr/>
          </p:nvSpPr>
          <p:spPr>
            <a:xfrm>
              <a:off x="5296680" y="2627280"/>
              <a:ext cx="239040" cy="239040"/>
            </a:xfrm>
            <a:custGeom>
              <a:rect b="b" l="l" r="r" t="t"/>
              <a:pathLst>
                <a:path extrusionOk="0" h="140" w="140">
                  <a:moveTo>
                    <a:pt x="43" y="140"/>
                  </a:moveTo>
                  <a:lnTo>
                    <a:pt x="0" y="140"/>
                  </a:lnTo>
                  <a:lnTo>
                    <a:pt x="0" y="0"/>
                  </a:lnTo>
                  <a:lnTo>
                    <a:pt x="140" y="0"/>
                  </a:lnTo>
                  <a:lnTo>
                    <a:pt x="140" y="43"/>
                  </a:lnTo>
                  <a:lnTo>
                    <a:pt x="43" y="43"/>
                  </a:lnTo>
                  <a:lnTo>
                    <a:pt x="43" y="14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7" name="Google Shape;877;g34742053dee_0_13"/>
            <p:cNvSpPr/>
            <p:nvPr/>
          </p:nvSpPr>
          <p:spPr>
            <a:xfrm>
              <a:off x="5236920" y="2905920"/>
              <a:ext cx="298800" cy="27000"/>
            </a:xfrm>
            <a:custGeom>
              <a:rect b="b" l="l" r="r" t="t"/>
              <a:pathLst>
                <a:path extrusionOk="0" h="8" w="90">
                  <a:moveTo>
                    <a:pt x="85" y="8"/>
                  </a:moveTo>
                  <a:cubicBezTo>
                    <a:pt x="4" y="8"/>
                    <a:pt x="4" y="8"/>
                    <a:pt x="4" y="8"/>
                  </a:cubicBezTo>
                  <a:cubicBezTo>
                    <a:pt x="2" y="8"/>
                    <a:pt x="0" y="6"/>
                    <a:pt x="0" y="4"/>
                  </a:cubicBezTo>
                  <a:cubicBezTo>
                    <a:pt x="0" y="1"/>
                    <a:pt x="2" y="0"/>
                    <a:pt x="4" y="0"/>
                  </a:cubicBezTo>
                  <a:cubicBezTo>
                    <a:pt x="85" y="0"/>
                    <a:pt x="85" y="0"/>
                    <a:pt x="85" y="0"/>
                  </a:cubicBezTo>
                  <a:cubicBezTo>
                    <a:pt x="88" y="0"/>
                    <a:pt x="90" y="1"/>
                    <a:pt x="90" y="4"/>
                  </a:cubicBezTo>
                  <a:cubicBezTo>
                    <a:pt x="90" y="6"/>
                    <a:pt x="88" y="8"/>
                    <a:pt x="85" y="8"/>
                  </a:cubicBezTo>
                  <a:close/>
                </a:path>
              </a:pathLst>
            </a:custGeom>
            <a:solidFill>
              <a:schemeClr val="accent3"/>
            </a:solidFill>
            <a:ln>
              <a:noFill/>
            </a:ln>
          </p:spPr>
          <p:txBody>
            <a:bodyPr anchorCtr="0" anchor="t"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8" name="Google Shape;878;g34742053dee_0_13"/>
            <p:cNvSpPr/>
            <p:nvPr/>
          </p:nvSpPr>
          <p:spPr>
            <a:xfrm>
              <a:off x="5654160" y="2567520"/>
              <a:ext cx="295560" cy="298800"/>
            </a:xfrm>
            <a:custGeom>
              <a:rect b="b" l="l" r="r" t="t"/>
              <a:pathLst>
                <a:path extrusionOk="0" h="90" w="89">
                  <a:moveTo>
                    <a:pt x="79" y="90"/>
                  </a:moveTo>
                  <a:cubicBezTo>
                    <a:pt x="10" y="90"/>
                    <a:pt x="10" y="90"/>
                    <a:pt x="10" y="90"/>
                  </a:cubicBezTo>
                  <a:cubicBezTo>
                    <a:pt x="4" y="90"/>
                    <a:pt x="0" y="85"/>
                    <a:pt x="0" y="79"/>
                  </a:cubicBezTo>
                  <a:cubicBezTo>
                    <a:pt x="0" y="10"/>
                    <a:pt x="0" y="10"/>
                    <a:pt x="0" y="10"/>
                  </a:cubicBezTo>
                  <a:cubicBezTo>
                    <a:pt x="0" y="4"/>
                    <a:pt x="4" y="0"/>
                    <a:pt x="10" y="0"/>
                  </a:cubicBezTo>
                  <a:cubicBezTo>
                    <a:pt x="79" y="0"/>
                    <a:pt x="79" y="0"/>
                    <a:pt x="79" y="0"/>
                  </a:cubicBezTo>
                  <a:cubicBezTo>
                    <a:pt x="85" y="0"/>
                    <a:pt x="89" y="4"/>
                    <a:pt x="89" y="10"/>
                  </a:cubicBezTo>
                  <a:cubicBezTo>
                    <a:pt x="89" y="79"/>
                    <a:pt x="89" y="79"/>
                    <a:pt x="89" y="79"/>
                  </a:cubicBezTo>
                  <a:cubicBezTo>
                    <a:pt x="89" y="85"/>
                    <a:pt x="85" y="90"/>
                    <a:pt x="79" y="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79" name="Google Shape;879;g34742053dee_0_13"/>
            <p:cNvSpPr/>
            <p:nvPr/>
          </p:nvSpPr>
          <p:spPr>
            <a:xfrm>
              <a:off x="5710680" y="2627280"/>
              <a:ext cx="239040" cy="239040"/>
            </a:xfrm>
            <a:custGeom>
              <a:rect b="b" l="l" r="r" t="t"/>
              <a:pathLst>
                <a:path extrusionOk="0" h="72" w="72">
                  <a:moveTo>
                    <a:pt x="23" y="72"/>
                  </a:moveTo>
                  <a:cubicBezTo>
                    <a:pt x="0" y="72"/>
                    <a:pt x="0" y="72"/>
                    <a:pt x="0" y="72"/>
                  </a:cubicBezTo>
                  <a:cubicBezTo>
                    <a:pt x="0" y="32"/>
                    <a:pt x="0" y="32"/>
                    <a:pt x="0" y="32"/>
                  </a:cubicBezTo>
                  <a:cubicBezTo>
                    <a:pt x="0" y="14"/>
                    <a:pt x="15" y="0"/>
                    <a:pt x="33" y="0"/>
                  </a:cubicBezTo>
                  <a:cubicBezTo>
                    <a:pt x="72" y="0"/>
                    <a:pt x="72" y="0"/>
                    <a:pt x="72" y="0"/>
                  </a:cubicBezTo>
                  <a:cubicBezTo>
                    <a:pt x="72" y="22"/>
                    <a:pt x="72" y="22"/>
                    <a:pt x="72" y="22"/>
                  </a:cubicBezTo>
                  <a:cubicBezTo>
                    <a:pt x="33" y="22"/>
                    <a:pt x="33" y="22"/>
                    <a:pt x="33" y="22"/>
                  </a:cubicBezTo>
                  <a:cubicBezTo>
                    <a:pt x="28" y="22"/>
                    <a:pt x="23" y="27"/>
                    <a:pt x="23" y="32"/>
                  </a:cubicBezTo>
                  <a:lnTo>
                    <a:pt x="23" y="7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0" name="Google Shape;880;g34742053dee_0_13"/>
            <p:cNvSpPr/>
            <p:nvPr/>
          </p:nvSpPr>
          <p:spPr>
            <a:xfrm>
              <a:off x="5654160" y="2905920"/>
              <a:ext cx="295560" cy="27000"/>
            </a:xfrm>
            <a:custGeom>
              <a:rect b="b" l="l" r="r" t="t"/>
              <a:pathLst>
                <a:path extrusionOk="0" h="8" w="89">
                  <a:moveTo>
                    <a:pt x="85" y="8"/>
                  </a:moveTo>
                  <a:cubicBezTo>
                    <a:pt x="4" y="8"/>
                    <a:pt x="4" y="8"/>
                    <a:pt x="4" y="8"/>
                  </a:cubicBezTo>
                  <a:cubicBezTo>
                    <a:pt x="1" y="8"/>
                    <a:pt x="0" y="6"/>
                    <a:pt x="0" y="4"/>
                  </a:cubicBezTo>
                  <a:cubicBezTo>
                    <a:pt x="0" y="1"/>
                    <a:pt x="1" y="0"/>
                    <a:pt x="4" y="0"/>
                  </a:cubicBezTo>
                  <a:cubicBezTo>
                    <a:pt x="85" y="0"/>
                    <a:pt x="85" y="0"/>
                    <a:pt x="85" y="0"/>
                  </a:cubicBezTo>
                  <a:cubicBezTo>
                    <a:pt x="87" y="0"/>
                    <a:pt x="89" y="1"/>
                    <a:pt x="89" y="4"/>
                  </a:cubicBezTo>
                  <a:cubicBezTo>
                    <a:pt x="89" y="6"/>
                    <a:pt x="87" y="8"/>
                    <a:pt x="85" y="8"/>
                  </a:cubicBezTo>
                  <a:close/>
                </a:path>
              </a:pathLst>
            </a:custGeom>
            <a:solidFill>
              <a:schemeClr val="accent3"/>
            </a:solidFill>
            <a:ln>
              <a:noFill/>
            </a:ln>
          </p:spPr>
          <p:txBody>
            <a:bodyPr anchorCtr="0" anchor="t"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1" name="Google Shape;881;g34742053dee_0_13"/>
            <p:cNvSpPr/>
            <p:nvPr/>
          </p:nvSpPr>
          <p:spPr>
            <a:xfrm>
              <a:off x="6069600" y="2567520"/>
              <a:ext cx="297360" cy="298800"/>
            </a:xfrm>
            <a:custGeom>
              <a:rect b="b" l="l" r="r" t="t"/>
              <a:pathLst>
                <a:path extrusionOk="0" h="90" w="90">
                  <a:moveTo>
                    <a:pt x="80" y="90"/>
                  </a:moveTo>
                  <a:cubicBezTo>
                    <a:pt x="11" y="90"/>
                    <a:pt x="11" y="90"/>
                    <a:pt x="11" y="90"/>
                  </a:cubicBezTo>
                  <a:cubicBezTo>
                    <a:pt x="5" y="90"/>
                    <a:pt x="0" y="85"/>
                    <a:pt x="0" y="79"/>
                  </a:cubicBezTo>
                  <a:cubicBezTo>
                    <a:pt x="0" y="10"/>
                    <a:pt x="0" y="10"/>
                    <a:pt x="0" y="10"/>
                  </a:cubicBezTo>
                  <a:cubicBezTo>
                    <a:pt x="0" y="4"/>
                    <a:pt x="5" y="0"/>
                    <a:pt x="11" y="0"/>
                  </a:cubicBezTo>
                  <a:cubicBezTo>
                    <a:pt x="80" y="0"/>
                    <a:pt x="80" y="0"/>
                    <a:pt x="80" y="0"/>
                  </a:cubicBezTo>
                  <a:cubicBezTo>
                    <a:pt x="85" y="0"/>
                    <a:pt x="90" y="4"/>
                    <a:pt x="90" y="10"/>
                  </a:cubicBezTo>
                  <a:cubicBezTo>
                    <a:pt x="90" y="79"/>
                    <a:pt x="90" y="79"/>
                    <a:pt x="90" y="79"/>
                  </a:cubicBezTo>
                  <a:cubicBezTo>
                    <a:pt x="90" y="85"/>
                    <a:pt x="85" y="90"/>
                    <a:pt x="80" y="9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2" name="Google Shape;882;g34742053dee_0_13"/>
            <p:cNvSpPr/>
            <p:nvPr/>
          </p:nvSpPr>
          <p:spPr>
            <a:xfrm>
              <a:off x="6069600" y="2905920"/>
              <a:ext cx="297360" cy="27000"/>
            </a:xfrm>
            <a:custGeom>
              <a:rect b="b" l="l" r="r" t="t"/>
              <a:pathLst>
                <a:path extrusionOk="0" h="8" w="90">
                  <a:moveTo>
                    <a:pt x="86" y="8"/>
                  </a:moveTo>
                  <a:cubicBezTo>
                    <a:pt x="4" y="8"/>
                    <a:pt x="4" y="8"/>
                    <a:pt x="4" y="8"/>
                  </a:cubicBezTo>
                  <a:cubicBezTo>
                    <a:pt x="2" y="8"/>
                    <a:pt x="0" y="6"/>
                    <a:pt x="0" y="4"/>
                  </a:cubicBezTo>
                  <a:cubicBezTo>
                    <a:pt x="0" y="1"/>
                    <a:pt x="2" y="0"/>
                    <a:pt x="4" y="0"/>
                  </a:cubicBezTo>
                  <a:cubicBezTo>
                    <a:pt x="86" y="0"/>
                    <a:pt x="86" y="0"/>
                    <a:pt x="86" y="0"/>
                  </a:cubicBezTo>
                  <a:cubicBezTo>
                    <a:pt x="88" y="0"/>
                    <a:pt x="90" y="1"/>
                    <a:pt x="90" y="4"/>
                  </a:cubicBezTo>
                  <a:cubicBezTo>
                    <a:pt x="90" y="6"/>
                    <a:pt x="88" y="8"/>
                    <a:pt x="86" y="8"/>
                  </a:cubicBezTo>
                  <a:close/>
                </a:path>
              </a:pathLst>
            </a:custGeom>
            <a:solidFill>
              <a:schemeClr val="accent3"/>
            </a:solidFill>
            <a:ln>
              <a:noFill/>
            </a:ln>
          </p:spPr>
          <p:txBody>
            <a:bodyPr anchorCtr="0" anchor="t" bIns="13675" lIns="91425" spcFirstLastPara="1" rIns="91425" wrap="square" tIns="136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3" name="Google Shape;883;g34742053dee_0_13"/>
            <p:cNvSpPr/>
            <p:nvPr/>
          </p:nvSpPr>
          <p:spPr>
            <a:xfrm>
              <a:off x="6127920" y="2627280"/>
              <a:ext cx="239040" cy="239040"/>
            </a:xfrm>
            <a:custGeom>
              <a:rect b="b" l="l" r="r" t="t"/>
              <a:pathLst>
                <a:path extrusionOk="0" h="140" w="140">
                  <a:moveTo>
                    <a:pt x="45" y="140"/>
                  </a:moveTo>
                  <a:lnTo>
                    <a:pt x="0" y="140"/>
                  </a:lnTo>
                  <a:lnTo>
                    <a:pt x="0" y="66"/>
                  </a:lnTo>
                  <a:lnTo>
                    <a:pt x="66" y="0"/>
                  </a:lnTo>
                  <a:lnTo>
                    <a:pt x="140" y="0"/>
                  </a:lnTo>
                  <a:lnTo>
                    <a:pt x="140" y="43"/>
                  </a:lnTo>
                  <a:lnTo>
                    <a:pt x="86" y="43"/>
                  </a:lnTo>
                  <a:lnTo>
                    <a:pt x="45" y="83"/>
                  </a:lnTo>
                  <a:lnTo>
                    <a:pt x="45" y="14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4" name="Google Shape;884;g34742053dee_0_13"/>
            <p:cNvSpPr/>
            <p:nvPr/>
          </p:nvSpPr>
          <p:spPr>
            <a:xfrm>
              <a:off x="5300280" y="2363760"/>
              <a:ext cx="606600" cy="30600"/>
            </a:xfrm>
            <a:custGeom>
              <a:rect b="b" l="l" r="r" t="t"/>
              <a:pathLst>
                <a:path extrusionOk="0" h="9" w="183">
                  <a:moveTo>
                    <a:pt x="179" y="0"/>
                  </a:moveTo>
                  <a:cubicBezTo>
                    <a:pt x="4" y="0"/>
                    <a:pt x="4" y="0"/>
                    <a:pt x="4" y="0"/>
                  </a:cubicBezTo>
                  <a:cubicBezTo>
                    <a:pt x="2" y="0"/>
                    <a:pt x="0" y="2"/>
                    <a:pt x="0" y="5"/>
                  </a:cubicBezTo>
                  <a:cubicBezTo>
                    <a:pt x="0" y="7"/>
                    <a:pt x="2" y="9"/>
                    <a:pt x="4" y="9"/>
                  </a:cubicBezTo>
                  <a:cubicBezTo>
                    <a:pt x="179" y="9"/>
                    <a:pt x="179" y="9"/>
                    <a:pt x="179" y="9"/>
                  </a:cubicBezTo>
                  <a:cubicBezTo>
                    <a:pt x="181" y="9"/>
                    <a:pt x="183" y="7"/>
                    <a:pt x="183" y="5"/>
                  </a:cubicBezTo>
                  <a:cubicBezTo>
                    <a:pt x="183" y="2"/>
                    <a:pt x="181" y="0"/>
                    <a:pt x="179" y="0"/>
                  </a:cubicBezTo>
                </a:path>
              </a:pathLst>
            </a:custGeom>
            <a:solidFill>
              <a:schemeClr val="accent3"/>
            </a:solidFill>
            <a:ln>
              <a:noFill/>
            </a:ln>
          </p:spPr>
          <p:txBody>
            <a:bodyPr anchorCtr="0" anchor="t" bIns="15475" lIns="91425" spcFirstLastPara="1" rIns="91425" wrap="square" tIns="154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5" name="Google Shape;885;g34742053dee_0_13"/>
            <p:cNvSpPr/>
            <p:nvPr/>
          </p:nvSpPr>
          <p:spPr>
            <a:xfrm>
              <a:off x="6247800" y="2360520"/>
              <a:ext cx="42480" cy="37440"/>
            </a:xfrm>
            <a:custGeom>
              <a:rect b="b" l="l" r="r" t="t"/>
              <a:pathLst>
                <a:path extrusionOk="0" h="22" w="25">
                  <a:moveTo>
                    <a:pt x="0" y="0"/>
                  </a:moveTo>
                  <a:lnTo>
                    <a:pt x="25" y="0"/>
                  </a:lnTo>
                  <a:lnTo>
                    <a:pt x="12" y="22"/>
                  </a:lnTo>
                  <a:lnTo>
                    <a:pt x="0" y="0"/>
                  </a:lnTo>
                  <a:close/>
                </a:path>
              </a:pathLst>
            </a:custGeom>
            <a:solidFill>
              <a:schemeClr val="lt1"/>
            </a:solidFill>
            <a:ln>
              <a:noFill/>
            </a:ln>
          </p:spPr>
          <p:txBody>
            <a:bodyPr anchorCtr="0" anchor="t" bIns="18700" lIns="91425" spcFirstLastPara="1" rIns="91425" wrap="square" tIns="18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6" name="Google Shape;886;g34742053dee_0_13"/>
            <p:cNvSpPr/>
            <p:nvPr/>
          </p:nvSpPr>
          <p:spPr>
            <a:xfrm>
              <a:off x="5977080" y="1517760"/>
              <a:ext cx="928440" cy="802800"/>
            </a:xfrm>
            <a:custGeom>
              <a:rect b="b" l="l" r="r" t="t"/>
              <a:pathLst>
                <a:path extrusionOk="0" h="260" w="302">
                  <a:moveTo>
                    <a:pt x="284" y="0"/>
                  </a:moveTo>
                  <a:cubicBezTo>
                    <a:pt x="18" y="0"/>
                    <a:pt x="18" y="0"/>
                    <a:pt x="18" y="0"/>
                  </a:cubicBezTo>
                  <a:cubicBezTo>
                    <a:pt x="8" y="0"/>
                    <a:pt x="0" y="7"/>
                    <a:pt x="0" y="17"/>
                  </a:cubicBezTo>
                  <a:cubicBezTo>
                    <a:pt x="0" y="184"/>
                    <a:pt x="0" y="184"/>
                    <a:pt x="0" y="184"/>
                  </a:cubicBezTo>
                  <a:cubicBezTo>
                    <a:pt x="0" y="194"/>
                    <a:pt x="8" y="202"/>
                    <a:pt x="18" y="202"/>
                  </a:cubicBezTo>
                  <a:cubicBezTo>
                    <a:pt x="23" y="202"/>
                    <a:pt x="23" y="202"/>
                    <a:pt x="23" y="202"/>
                  </a:cubicBezTo>
                  <a:cubicBezTo>
                    <a:pt x="23" y="255"/>
                    <a:pt x="23" y="255"/>
                    <a:pt x="23" y="255"/>
                  </a:cubicBezTo>
                  <a:cubicBezTo>
                    <a:pt x="23" y="258"/>
                    <a:pt x="27" y="260"/>
                    <a:pt x="29" y="257"/>
                  </a:cubicBezTo>
                  <a:cubicBezTo>
                    <a:pt x="64" y="202"/>
                    <a:pt x="64" y="202"/>
                    <a:pt x="64" y="202"/>
                  </a:cubicBezTo>
                  <a:cubicBezTo>
                    <a:pt x="284" y="202"/>
                    <a:pt x="284" y="202"/>
                    <a:pt x="284" y="202"/>
                  </a:cubicBezTo>
                  <a:cubicBezTo>
                    <a:pt x="294" y="202"/>
                    <a:pt x="302" y="194"/>
                    <a:pt x="302" y="184"/>
                  </a:cubicBezTo>
                  <a:cubicBezTo>
                    <a:pt x="302" y="17"/>
                    <a:pt x="302" y="17"/>
                    <a:pt x="302" y="17"/>
                  </a:cubicBezTo>
                  <a:cubicBezTo>
                    <a:pt x="302" y="7"/>
                    <a:pt x="294" y="0"/>
                    <a:pt x="284"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7" name="Google Shape;887;g34742053dee_0_13"/>
            <p:cNvSpPr/>
            <p:nvPr/>
          </p:nvSpPr>
          <p:spPr>
            <a:xfrm>
              <a:off x="6242400" y="1808280"/>
              <a:ext cx="226800" cy="228240"/>
            </a:xfrm>
            <a:custGeom>
              <a:rect b="b" l="l" r="r" t="t"/>
              <a:pathLst>
                <a:path extrusionOk="0" h="74" w="74">
                  <a:moveTo>
                    <a:pt x="65" y="39"/>
                  </a:moveTo>
                  <a:cubicBezTo>
                    <a:pt x="74" y="0"/>
                    <a:pt x="74" y="0"/>
                    <a:pt x="74" y="0"/>
                  </a:cubicBezTo>
                  <a:cubicBezTo>
                    <a:pt x="36" y="9"/>
                    <a:pt x="36" y="9"/>
                    <a:pt x="36" y="9"/>
                  </a:cubicBezTo>
                  <a:cubicBezTo>
                    <a:pt x="43" y="17"/>
                    <a:pt x="43" y="17"/>
                    <a:pt x="43" y="17"/>
                  </a:cubicBezTo>
                  <a:cubicBezTo>
                    <a:pt x="2" y="50"/>
                    <a:pt x="2" y="50"/>
                    <a:pt x="2" y="50"/>
                  </a:cubicBezTo>
                  <a:cubicBezTo>
                    <a:pt x="0" y="51"/>
                    <a:pt x="0" y="54"/>
                    <a:pt x="2" y="56"/>
                  </a:cubicBezTo>
                  <a:cubicBezTo>
                    <a:pt x="18" y="72"/>
                    <a:pt x="18" y="72"/>
                    <a:pt x="18" y="72"/>
                  </a:cubicBezTo>
                  <a:cubicBezTo>
                    <a:pt x="20" y="74"/>
                    <a:pt x="23" y="74"/>
                    <a:pt x="24" y="72"/>
                  </a:cubicBezTo>
                  <a:cubicBezTo>
                    <a:pt x="57" y="31"/>
                    <a:pt x="57" y="31"/>
                    <a:pt x="57" y="31"/>
                  </a:cubicBezTo>
                  <a:lnTo>
                    <a:pt x="65" y="39"/>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8" name="Google Shape;888;g34742053dee_0_13"/>
            <p:cNvSpPr/>
            <p:nvPr/>
          </p:nvSpPr>
          <p:spPr>
            <a:xfrm>
              <a:off x="6091560" y="1724400"/>
              <a:ext cx="707760" cy="126720"/>
            </a:xfrm>
            <a:custGeom>
              <a:rect b="b" l="l" r="r" t="t"/>
              <a:pathLst>
                <a:path extrusionOk="0" h="41" w="230">
                  <a:moveTo>
                    <a:pt x="3" y="24"/>
                  </a:moveTo>
                  <a:cubicBezTo>
                    <a:pt x="20" y="10"/>
                    <a:pt x="37" y="5"/>
                    <a:pt x="55" y="5"/>
                  </a:cubicBezTo>
                  <a:cubicBezTo>
                    <a:pt x="79" y="5"/>
                    <a:pt x="103" y="14"/>
                    <a:pt x="126" y="23"/>
                  </a:cubicBezTo>
                  <a:cubicBezTo>
                    <a:pt x="150" y="32"/>
                    <a:pt x="172" y="41"/>
                    <a:pt x="192" y="41"/>
                  </a:cubicBezTo>
                  <a:cubicBezTo>
                    <a:pt x="206" y="41"/>
                    <a:pt x="219" y="36"/>
                    <a:pt x="230" y="24"/>
                  </a:cubicBezTo>
                  <a:cubicBezTo>
                    <a:pt x="226" y="21"/>
                    <a:pt x="226" y="21"/>
                    <a:pt x="226" y="21"/>
                  </a:cubicBezTo>
                  <a:cubicBezTo>
                    <a:pt x="217" y="32"/>
                    <a:pt x="205" y="37"/>
                    <a:pt x="192" y="37"/>
                  </a:cubicBezTo>
                  <a:cubicBezTo>
                    <a:pt x="173" y="37"/>
                    <a:pt x="151" y="28"/>
                    <a:pt x="128" y="19"/>
                  </a:cubicBezTo>
                  <a:cubicBezTo>
                    <a:pt x="105" y="10"/>
                    <a:pt x="80" y="0"/>
                    <a:pt x="55" y="0"/>
                  </a:cubicBezTo>
                  <a:cubicBezTo>
                    <a:pt x="36" y="0"/>
                    <a:pt x="17" y="6"/>
                    <a:pt x="0" y="20"/>
                  </a:cubicBezTo>
                  <a:cubicBezTo>
                    <a:pt x="3" y="24"/>
                    <a:pt x="3" y="24"/>
                    <a:pt x="3" y="24"/>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89" name="Google Shape;889;g34742053dee_0_13"/>
            <p:cNvSpPr/>
            <p:nvPr/>
          </p:nvSpPr>
          <p:spPr>
            <a:xfrm>
              <a:off x="6019920" y="1703520"/>
              <a:ext cx="147240" cy="183960"/>
            </a:xfrm>
            <a:custGeom>
              <a:rect b="b" l="l" r="r" t="t"/>
              <a:pathLst>
                <a:path extrusionOk="0" h="116" w="93">
                  <a:moveTo>
                    <a:pt x="6" y="116"/>
                  </a:moveTo>
                  <a:lnTo>
                    <a:pt x="93" y="4"/>
                  </a:lnTo>
                  <a:lnTo>
                    <a:pt x="87" y="0"/>
                  </a:lnTo>
                  <a:lnTo>
                    <a:pt x="0" y="113"/>
                  </a:lnTo>
                  <a:lnTo>
                    <a:pt x="6" y="116"/>
                  </a:lnTo>
                  <a:close/>
                </a:path>
              </a:pathLst>
            </a:custGeom>
            <a:solidFill>
              <a:srgbClr val="65A2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0" name="Google Shape;890;g34742053dee_0_13"/>
            <p:cNvSpPr/>
            <p:nvPr/>
          </p:nvSpPr>
          <p:spPr>
            <a:xfrm>
              <a:off x="6019920" y="1703520"/>
              <a:ext cx="147240" cy="183960"/>
            </a:xfrm>
            <a:custGeom>
              <a:rect b="b" l="l" r="r" t="t"/>
              <a:pathLst>
                <a:path extrusionOk="0" h="116" w="93">
                  <a:moveTo>
                    <a:pt x="6" y="116"/>
                  </a:moveTo>
                  <a:lnTo>
                    <a:pt x="93" y="4"/>
                  </a:lnTo>
                  <a:lnTo>
                    <a:pt x="87" y="0"/>
                  </a:lnTo>
                  <a:lnTo>
                    <a:pt x="0" y="113"/>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1" name="Google Shape;891;g34742053dee_0_13"/>
            <p:cNvSpPr/>
            <p:nvPr/>
          </p:nvSpPr>
          <p:spPr>
            <a:xfrm>
              <a:off x="6010560" y="1870200"/>
              <a:ext cx="31320" cy="29880"/>
            </a:xfrm>
            <a:custGeom>
              <a:rect b="b" l="l" r="r" t="t"/>
              <a:pathLst>
                <a:path extrusionOk="0" h="10" w="10">
                  <a:moveTo>
                    <a:pt x="8" y="1"/>
                  </a:moveTo>
                  <a:cubicBezTo>
                    <a:pt x="10" y="3"/>
                    <a:pt x="10" y="6"/>
                    <a:pt x="9" y="8"/>
                  </a:cubicBezTo>
                  <a:cubicBezTo>
                    <a:pt x="7" y="10"/>
                    <a:pt x="4" y="10"/>
                    <a:pt x="2" y="8"/>
                  </a:cubicBezTo>
                  <a:cubicBezTo>
                    <a:pt x="0" y="7"/>
                    <a:pt x="0" y="4"/>
                    <a:pt x="1" y="2"/>
                  </a:cubicBezTo>
                  <a:cubicBezTo>
                    <a:pt x="3" y="0"/>
                    <a:pt x="6" y="0"/>
                    <a:pt x="8" y="1"/>
                  </a:cubicBezTo>
                  <a:close/>
                </a:path>
              </a:pathLst>
            </a:custGeom>
            <a:solidFill>
              <a:schemeClr val="lt1"/>
            </a:solidFill>
            <a:ln>
              <a:noFill/>
            </a:ln>
          </p:spPr>
          <p:txBody>
            <a:bodyPr anchorCtr="0" anchor="t"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2" name="Google Shape;892;g34742053dee_0_13"/>
            <p:cNvSpPr/>
            <p:nvPr/>
          </p:nvSpPr>
          <p:spPr>
            <a:xfrm>
              <a:off x="6147000" y="1687680"/>
              <a:ext cx="33120" cy="33120"/>
            </a:xfrm>
            <a:custGeom>
              <a:rect b="b" l="l" r="r" t="t"/>
              <a:pathLst>
                <a:path extrusionOk="0" h="11" w="11">
                  <a:moveTo>
                    <a:pt x="8" y="2"/>
                  </a:moveTo>
                  <a:cubicBezTo>
                    <a:pt x="10" y="4"/>
                    <a:pt x="11" y="6"/>
                    <a:pt x="9" y="8"/>
                  </a:cubicBezTo>
                  <a:cubicBezTo>
                    <a:pt x="8" y="10"/>
                    <a:pt x="5" y="11"/>
                    <a:pt x="3" y="9"/>
                  </a:cubicBezTo>
                  <a:cubicBezTo>
                    <a:pt x="1" y="8"/>
                    <a:pt x="0" y="5"/>
                    <a:pt x="2" y="3"/>
                  </a:cubicBezTo>
                  <a:cubicBezTo>
                    <a:pt x="4" y="1"/>
                    <a:pt x="6" y="0"/>
                    <a:pt x="8" y="2"/>
                  </a:cubicBezTo>
                  <a:close/>
                </a:path>
              </a:pathLst>
            </a:custGeom>
            <a:solidFill>
              <a:schemeClr val="lt1"/>
            </a:solidFill>
            <a:ln>
              <a:noFill/>
            </a:ln>
          </p:spPr>
          <p:txBody>
            <a:bodyPr anchorCtr="0" anchor="t" bIns="16550" lIns="91425" spcFirstLastPara="1" rIns="91425" wrap="square" tIns="16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3" name="Google Shape;893;g34742053dee_0_13"/>
            <p:cNvSpPr/>
            <p:nvPr/>
          </p:nvSpPr>
          <p:spPr>
            <a:xfrm>
              <a:off x="6062760" y="1762200"/>
              <a:ext cx="64800" cy="64800"/>
            </a:xfrm>
            <a:custGeom>
              <a:rect b="b" l="l" r="r" t="t"/>
              <a:pathLst>
                <a:path extrusionOk="0" h="21" w="21">
                  <a:moveTo>
                    <a:pt x="16" y="3"/>
                  </a:moveTo>
                  <a:cubicBezTo>
                    <a:pt x="20" y="6"/>
                    <a:pt x="21" y="12"/>
                    <a:pt x="18" y="16"/>
                  </a:cubicBezTo>
                  <a:cubicBezTo>
                    <a:pt x="15" y="21"/>
                    <a:pt x="9" y="21"/>
                    <a:pt x="5" y="18"/>
                  </a:cubicBezTo>
                  <a:cubicBezTo>
                    <a:pt x="0" y="15"/>
                    <a:pt x="0" y="9"/>
                    <a:pt x="3" y="5"/>
                  </a:cubicBezTo>
                  <a:cubicBezTo>
                    <a:pt x="6" y="1"/>
                    <a:pt x="12" y="0"/>
                    <a:pt x="16" y="3"/>
                  </a:cubicBezTo>
                  <a:close/>
                </a:path>
              </a:pathLst>
            </a:custGeom>
            <a:solidFill>
              <a:schemeClr val="lt1"/>
            </a:solidFill>
            <a:ln>
              <a:noFill/>
            </a:ln>
          </p:spPr>
          <p:txBody>
            <a:bodyPr anchorCtr="0" anchor="t" bIns="32400" lIns="91425" spcFirstLastPara="1" rIns="91425" wrap="square" tIns="32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4" name="Google Shape;894;g34742053dee_0_13"/>
            <p:cNvSpPr/>
            <p:nvPr/>
          </p:nvSpPr>
          <p:spPr>
            <a:xfrm>
              <a:off x="6718320" y="1703520"/>
              <a:ext cx="147240" cy="183960"/>
            </a:xfrm>
            <a:custGeom>
              <a:rect b="b" l="l" r="r" t="t"/>
              <a:pathLst>
                <a:path extrusionOk="0" h="116" w="93">
                  <a:moveTo>
                    <a:pt x="6" y="116"/>
                  </a:moveTo>
                  <a:lnTo>
                    <a:pt x="93" y="4"/>
                  </a:lnTo>
                  <a:lnTo>
                    <a:pt x="87" y="0"/>
                  </a:lnTo>
                  <a:lnTo>
                    <a:pt x="0" y="113"/>
                  </a:lnTo>
                  <a:lnTo>
                    <a:pt x="6" y="116"/>
                  </a:lnTo>
                  <a:close/>
                </a:path>
              </a:pathLst>
            </a:custGeom>
            <a:solidFill>
              <a:srgbClr val="65A2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5" name="Google Shape;895;g34742053dee_0_13"/>
            <p:cNvSpPr/>
            <p:nvPr/>
          </p:nvSpPr>
          <p:spPr>
            <a:xfrm>
              <a:off x="6718320" y="1703520"/>
              <a:ext cx="147240" cy="183960"/>
            </a:xfrm>
            <a:custGeom>
              <a:rect b="b" l="l" r="r" t="t"/>
              <a:pathLst>
                <a:path extrusionOk="0" h="116" w="93">
                  <a:moveTo>
                    <a:pt x="6" y="116"/>
                  </a:moveTo>
                  <a:lnTo>
                    <a:pt x="93" y="4"/>
                  </a:lnTo>
                  <a:lnTo>
                    <a:pt x="87" y="0"/>
                  </a:lnTo>
                  <a:lnTo>
                    <a:pt x="0" y="113"/>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6" name="Google Shape;896;g34742053dee_0_13"/>
            <p:cNvSpPr/>
            <p:nvPr/>
          </p:nvSpPr>
          <p:spPr>
            <a:xfrm>
              <a:off x="6708960" y="1870200"/>
              <a:ext cx="31320" cy="29880"/>
            </a:xfrm>
            <a:custGeom>
              <a:rect b="b" l="l" r="r" t="t"/>
              <a:pathLst>
                <a:path extrusionOk="0" h="10" w="10">
                  <a:moveTo>
                    <a:pt x="8" y="1"/>
                  </a:moveTo>
                  <a:cubicBezTo>
                    <a:pt x="10" y="3"/>
                    <a:pt x="10" y="6"/>
                    <a:pt x="9" y="8"/>
                  </a:cubicBezTo>
                  <a:cubicBezTo>
                    <a:pt x="7" y="10"/>
                    <a:pt x="4" y="10"/>
                    <a:pt x="2" y="8"/>
                  </a:cubicBezTo>
                  <a:cubicBezTo>
                    <a:pt x="0" y="7"/>
                    <a:pt x="0" y="4"/>
                    <a:pt x="1" y="2"/>
                  </a:cubicBezTo>
                  <a:cubicBezTo>
                    <a:pt x="3" y="0"/>
                    <a:pt x="6" y="0"/>
                    <a:pt x="8" y="1"/>
                  </a:cubicBezTo>
                  <a:close/>
                </a:path>
              </a:pathLst>
            </a:custGeom>
            <a:solidFill>
              <a:schemeClr val="lt1"/>
            </a:solidFill>
            <a:ln>
              <a:noFill/>
            </a:ln>
          </p:spPr>
          <p:txBody>
            <a:bodyPr anchorCtr="0" anchor="t" bIns="15100" lIns="91425" spcFirstLastPara="1" rIns="91425" wrap="square" tIns="15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7" name="Google Shape;897;g34742053dee_0_13"/>
            <p:cNvSpPr/>
            <p:nvPr/>
          </p:nvSpPr>
          <p:spPr>
            <a:xfrm>
              <a:off x="6845400" y="1687680"/>
              <a:ext cx="33120" cy="33120"/>
            </a:xfrm>
            <a:custGeom>
              <a:rect b="b" l="l" r="r" t="t"/>
              <a:pathLst>
                <a:path extrusionOk="0" h="11" w="11">
                  <a:moveTo>
                    <a:pt x="8" y="2"/>
                  </a:moveTo>
                  <a:cubicBezTo>
                    <a:pt x="10" y="4"/>
                    <a:pt x="11" y="6"/>
                    <a:pt x="9" y="8"/>
                  </a:cubicBezTo>
                  <a:cubicBezTo>
                    <a:pt x="8" y="10"/>
                    <a:pt x="5" y="11"/>
                    <a:pt x="3" y="9"/>
                  </a:cubicBezTo>
                  <a:cubicBezTo>
                    <a:pt x="1" y="8"/>
                    <a:pt x="0" y="5"/>
                    <a:pt x="2" y="3"/>
                  </a:cubicBezTo>
                  <a:cubicBezTo>
                    <a:pt x="3" y="1"/>
                    <a:pt x="6" y="0"/>
                    <a:pt x="8" y="2"/>
                  </a:cubicBezTo>
                  <a:close/>
                </a:path>
              </a:pathLst>
            </a:custGeom>
            <a:solidFill>
              <a:schemeClr val="lt1"/>
            </a:solidFill>
            <a:ln>
              <a:noFill/>
            </a:ln>
          </p:spPr>
          <p:txBody>
            <a:bodyPr anchorCtr="0" anchor="t" bIns="16550" lIns="91425" spcFirstLastPara="1" rIns="91425" wrap="square" tIns="165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8" name="Google Shape;898;g34742053dee_0_13"/>
            <p:cNvSpPr/>
            <p:nvPr/>
          </p:nvSpPr>
          <p:spPr>
            <a:xfrm>
              <a:off x="6758280" y="1762200"/>
              <a:ext cx="68040" cy="64800"/>
            </a:xfrm>
            <a:custGeom>
              <a:rect b="b" l="l" r="r" t="t"/>
              <a:pathLst>
                <a:path extrusionOk="0" h="21" w="22">
                  <a:moveTo>
                    <a:pt x="17" y="3"/>
                  </a:moveTo>
                  <a:cubicBezTo>
                    <a:pt x="21" y="6"/>
                    <a:pt x="22" y="12"/>
                    <a:pt x="19" y="16"/>
                  </a:cubicBezTo>
                  <a:cubicBezTo>
                    <a:pt x="16" y="21"/>
                    <a:pt x="10" y="21"/>
                    <a:pt x="5" y="18"/>
                  </a:cubicBezTo>
                  <a:cubicBezTo>
                    <a:pt x="1" y="15"/>
                    <a:pt x="0" y="9"/>
                    <a:pt x="4" y="5"/>
                  </a:cubicBezTo>
                  <a:cubicBezTo>
                    <a:pt x="7" y="1"/>
                    <a:pt x="13" y="0"/>
                    <a:pt x="17" y="3"/>
                  </a:cubicBezTo>
                  <a:close/>
                </a:path>
              </a:pathLst>
            </a:custGeom>
            <a:solidFill>
              <a:schemeClr val="lt1"/>
            </a:solidFill>
            <a:ln>
              <a:noFill/>
            </a:ln>
          </p:spPr>
          <p:txBody>
            <a:bodyPr anchorCtr="0" anchor="t" bIns="32400" lIns="91425" spcFirstLastPara="1" rIns="91425" wrap="square" tIns="324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99" name="Google Shape;899;g34742053dee_0_13"/>
            <p:cNvSpPr/>
            <p:nvPr/>
          </p:nvSpPr>
          <p:spPr>
            <a:xfrm>
              <a:off x="5053320" y="3663000"/>
              <a:ext cx="1945799" cy="501120"/>
            </a:xfrm>
            <a:custGeom>
              <a:rect b="b" l="l" r="r" t="t"/>
              <a:pathLst>
                <a:path extrusionOk="0" h="248" w="961">
                  <a:moveTo>
                    <a:pt x="961" y="248"/>
                  </a:moveTo>
                  <a:cubicBezTo>
                    <a:pt x="904" y="105"/>
                    <a:pt x="711" y="0"/>
                    <a:pt x="480" y="0"/>
                  </a:cubicBezTo>
                  <a:cubicBezTo>
                    <a:pt x="250" y="0"/>
                    <a:pt x="56" y="105"/>
                    <a:pt x="0" y="248"/>
                  </a:cubicBezTo>
                  <a:lnTo>
                    <a:pt x="961" y="24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00" name="Google Shape;900;g34742053dee_0_13"/>
            <p:cNvSpPr/>
            <p:nvPr/>
          </p:nvSpPr>
          <p:spPr>
            <a:xfrm>
              <a:off x="6826320" y="3306600"/>
              <a:ext cx="1252080" cy="861480"/>
            </a:xfrm>
            <a:custGeom>
              <a:rect b="b" l="l" r="r" t="t"/>
              <a:pathLst>
                <a:path extrusionOk="0" h="426" w="618">
                  <a:moveTo>
                    <a:pt x="598" y="426"/>
                  </a:moveTo>
                  <a:cubicBezTo>
                    <a:pt x="605" y="396"/>
                    <a:pt x="618" y="332"/>
                    <a:pt x="599" y="289"/>
                  </a:cubicBezTo>
                  <a:cubicBezTo>
                    <a:pt x="572" y="232"/>
                    <a:pt x="552" y="244"/>
                    <a:pt x="558" y="156"/>
                  </a:cubicBezTo>
                  <a:cubicBezTo>
                    <a:pt x="560" y="114"/>
                    <a:pt x="547" y="16"/>
                    <a:pt x="475" y="7"/>
                  </a:cubicBezTo>
                  <a:cubicBezTo>
                    <a:pt x="411" y="0"/>
                    <a:pt x="371" y="70"/>
                    <a:pt x="337" y="124"/>
                  </a:cubicBezTo>
                  <a:cubicBezTo>
                    <a:pt x="303" y="178"/>
                    <a:pt x="261" y="139"/>
                    <a:pt x="234" y="215"/>
                  </a:cubicBezTo>
                  <a:cubicBezTo>
                    <a:pt x="207" y="292"/>
                    <a:pt x="163" y="315"/>
                    <a:pt x="124" y="323"/>
                  </a:cubicBezTo>
                  <a:cubicBezTo>
                    <a:pt x="38" y="340"/>
                    <a:pt x="12" y="363"/>
                    <a:pt x="0" y="426"/>
                  </a:cubicBezTo>
                  <a:lnTo>
                    <a:pt x="598" y="42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cxnSp>
          <p:nvCxnSpPr>
            <p:cNvPr id="901" name="Google Shape;901;g34742053dee_0_13"/>
            <p:cNvCxnSpPr/>
            <p:nvPr/>
          </p:nvCxnSpPr>
          <p:spPr>
            <a:xfrm>
              <a:off x="4822920" y="4165560"/>
              <a:ext cx="4021500" cy="300"/>
            </a:xfrm>
            <a:prstGeom prst="straightConnector1">
              <a:avLst/>
            </a:prstGeom>
            <a:noFill/>
            <a:ln cap="flat" cmpd="sng" w="9525">
              <a:solidFill>
                <a:srgbClr val="FFFEF4"/>
              </a:solidFill>
              <a:prstDash val="solid"/>
              <a:round/>
              <a:headEnd len="sm" w="sm" type="none"/>
              <a:tailEnd len="sm" w="sm" type="none"/>
            </a:ln>
          </p:spPr>
        </p:cxnSp>
        <p:sp>
          <p:nvSpPr>
            <p:cNvPr id="902" name="Google Shape;902;g34742053dee_0_13"/>
            <p:cNvSpPr/>
            <p:nvPr/>
          </p:nvSpPr>
          <p:spPr>
            <a:xfrm>
              <a:off x="7804080" y="997920"/>
              <a:ext cx="709919" cy="322200"/>
            </a:xfrm>
            <a:custGeom>
              <a:rect b="b" l="l" r="r" t="t"/>
              <a:pathLst>
                <a:path extrusionOk="0" h="439" w="968">
                  <a:moveTo>
                    <a:pt x="882" y="266"/>
                  </a:moveTo>
                  <a:cubicBezTo>
                    <a:pt x="847" y="266"/>
                    <a:pt x="847" y="266"/>
                    <a:pt x="847" y="266"/>
                  </a:cubicBezTo>
                  <a:cubicBezTo>
                    <a:pt x="847" y="119"/>
                    <a:pt x="727" y="0"/>
                    <a:pt x="580" y="0"/>
                  </a:cubicBezTo>
                  <a:cubicBezTo>
                    <a:pt x="472" y="0"/>
                    <a:pt x="379" y="65"/>
                    <a:pt x="337" y="158"/>
                  </a:cubicBezTo>
                  <a:cubicBezTo>
                    <a:pt x="319" y="147"/>
                    <a:pt x="297" y="141"/>
                    <a:pt x="274" y="141"/>
                  </a:cubicBezTo>
                  <a:cubicBezTo>
                    <a:pt x="205" y="141"/>
                    <a:pt x="149" y="197"/>
                    <a:pt x="149" y="266"/>
                  </a:cubicBezTo>
                  <a:cubicBezTo>
                    <a:pt x="86" y="266"/>
                    <a:pt x="86" y="266"/>
                    <a:pt x="86" y="266"/>
                  </a:cubicBezTo>
                  <a:cubicBezTo>
                    <a:pt x="39" y="266"/>
                    <a:pt x="0" y="305"/>
                    <a:pt x="0" y="353"/>
                  </a:cubicBezTo>
                  <a:cubicBezTo>
                    <a:pt x="0" y="401"/>
                    <a:pt x="39" y="439"/>
                    <a:pt x="86" y="439"/>
                  </a:cubicBezTo>
                  <a:cubicBezTo>
                    <a:pt x="882" y="439"/>
                    <a:pt x="882" y="439"/>
                    <a:pt x="882" y="439"/>
                  </a:cubicBezTo>
                  <a:cubicBezTo>
                    <a:pt x="929" y="439"/>
                    <a:pt x="968" y="401"/>
                    <a:pt x="968" y="353"/>
                  </a:cubicBezTo>
                  <a:cubicBezTo>
                    <a:pt x="968" y="305"/>
                    <a:pt x="929" y="266"/>
                    <a:pt x="882" y="266"/>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903" name="Google Shape;903;g34742053dee_0_13"/>
            <p:cNvGrpSpPr/>
            <p:nvPr/>
          </p:nvGrpSpPr>
          <p:grpSpPr>
            <a:xfrm>
              <a:off x="6999480" y="1776960"/>
              <a:ext cx="1894320" cy="2387520"/>
              <a:chOff x="6999480" y="1776960"/>
              <a:chExt cx="1894320" cy="2387520"/>
            </a:xfrm>
          </p:grpSpPr>
          <p:sp>
            <p:nvSpPr>
              <p:cNvPr id="904" name="Google Shape;904;g34742053dee_0_13"/>
              <p:cNvSpPr/>
              <p:nvPr/>
            </p:nvSpPr>
            <p:spPr>
              <a:xfrm flipH="1">
                <a:off x="7672020" y="2715480"/>
                <a:ext cx="734700" cy="14490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05" name="Google Shape;905;g34742053dee_0_13"/>
              <p:cNvSpPr/>
              <p:nvPr/>
            </p:nvSpPr>
            <p:spPr>
              <a:xfrm flipH="1">
                <a:off x="7832760" y="2656440"/>
                <a:ext cx="863400" cy="61500"/>
              </a:xfrm>
              <a:prstGeom prst="rect">
                <a:avLst/>
              </a:prstGeom>
              <a:solidFill>
                <a:schemeClr val="dk1"/>
              </a:solidFill>
              <a:ln>
                <a:noFill/>
              </a:ln>
            </p:spPr>
            <p:txBody>
              <a:bodyPr anchorCtr="0" anchor="t" bIns="30950" lIns="91425" spcFirstLastPara="1" rIns="91425" wrap="square" tIns="309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06" name="Google Shape;906;g34742053dee_0_13"/>
              <p:cNvSpPr/>
              <p:nvPr/>
            </p:nvSpPr>
            <p:spPr>
              <a:xfrm flipH="1">
                <a:off x="8159040" y="2715480"/>
                <a:ext cx="734760" cy="1448999"/>
              </a:xfrm>
              <a:custGeom>
                <a:rect b="b" l="l" r="r" t="t"/>
                <a:pathLst>
                  <a:path extrusionOk="0" h="913" w="463">
                    <a:moveTo>
                      <a:pt x="427" y="0"/>
                    </a:moveTo>
                    <a:lnTo>
                      <a:pt x="414" y="67"/>
                    </a:lnTo>
                    <a:lnTo>
                      <a:pt x="204" y="67"/>
                    </a:lnTo>
                    <a:lnTo>
                      <a:pt x="217" y="0"/>
                    </a:lnTo>
                    <a:lnTo>
                      <a:pt x="182" y="0"/>
                    </a:lnTo>
                    <a:lnTo>
                      <a:pt x="0" y="913"/>
                    </a:lnTo>
                    <a:lnTo>
                      <a:pt x="36" y="913"/>
                    </a:lnTo>
                    <a:lnTo>
                      <a:pt x="46" y="857"/>
                    </a:lnTo>
                    <a:lnTo>
                      <a:pt x="258" y="857"/>
                    </a:lnTo>
                    <a:lnTo>
                      <a:pt x="247" y="913"/>
                    </a:lnTo>
                    <a:lnTo>
                      <a:pt x="283" y="913"/>
                    </a:lnTo>
                    <a:lnTo>
                      <a:pt x="463" y="0"/>
                    </a:lnTo>
                    <a:lnTo>
                      <a:pt x="427" y="0"/>
                    </a:lnTo>
                    <a:close/>
                    <a:moveTo>
                      <a:pt x="410" y="93"/>
                    </a:moveTo>
                    <a:lnTo>
                      <a:pt x="393" y="176"/>
                    </a:lnTo>
                    <a:lnTo>
                      <a:pt x="182" y="176"/>
                    </a:lnTo>
                    <a:lnTo>
                      <a:pt x="198" y="93"/>
                    </a:lnTo>
                    <a:lnTo>
                      <a:pt x="410" y="93"/>
                    </a:lnTo>
                    <a:close/>
                    <a:moveTo>
                      <a:pt x="95" y="614"/>
                    </a:moveTo>
                    <a:lnTo>
                      <a:pt x="112" y="530"/>
                    </a:lnTo>
                    <a:lnTo>
                      <a:pt x="323" y="530"/>
                    </a:lnTo>
                    <a:lnTo>
                      <a:pt x="307" y="614"/>
                    </a:lnTo>
                    <a:lnTo>
                      <a:pt x="95" y="614"/>
                    </a:lnTo>
                    <a:close/>
                    <a:moveTo>
                      <a:pt x="301" y="639"/>
                    </a:moveTo>
                    <a:lnTo>
                      <a:pt x="284" y="723"/>
                    </a:lnTo>
                    <a:lnTo>
                      <a:pt x="73" y="723"/>
                    </a:lnTo>
                    <a:lnTo>
                      <a:pt x="89" y="639"/>
                    </a:lnTo>
                    <a:lnTo>
                      <a:pt x="301" y="639"/>
                    </a:lnTo>
                    <a:close/>
                    <a:moveTo>
                      <a:pt x="116" y="505"/>
                    </a:moveTo>
                    <a:lnTo>
                      <a:pt x="134" y="421"/>
                    </a:lnTo>
                    <a:lnTo>
                      <a:pt x="344" y="421"/>
                    </a:lnTo>
                    <a:lnTo>
                      <a:pt x="328" y="505"/>
                    </a:lnTo>
                    <a:lnTo>
                      <a:pt x="116" y="505"/>
                    </a:lnTo>
                    <a:close/>
                    <a:moveTo>
                      <a:pt x="139" y="394"/>
                    </a:moveTo>
                    <a:lnTo>
                      <a:pt x="155" y="312"/>
                    </a:lnTo>
                    <a:lnTo>
                      <a:pt x="366" y="312"/>
                    </a:lnTo>
                    <a:lnTo>
                      <a:pt x="350" y="394"/>
                    </a:lnTo>
                    <a:lnTo>
                      <a:pt x="139" y="394"/>
                    </a:lnTo>
                    <a:close/>
                    <a:moveTo>
                      <a:pt x="161" y="285"/>
                    </a:moveTo>
                    <a:lnTo>
                      <a:pt x="177" y="203"/>
                    </a:lnTo>
                    <a:lnTo>
                      <a:pt x="387" y="203"/>
                    </a:lnTo>
                    <a:lnTo>
                      <a:pt x="371" y="285"/>
                    </a:lnTo>
                    <a:lnTo>
                      <a:pt x="161" y="285"/>
                    </a:lnTo>
                    <a:close/>
                    <a:moveTo>
                      <a:pt x="52" y="832"/>
                    </a:moveTo>
                    <a:lnTo>
                      <a:pt x="69" y="748"/>
                    </a:lnTo>
                    <a:lnTo>
                      <a:pt x="280" y="748"/>
                    </a:lnTo>
                    <a:lnTo>
                      <a:pt x="264" y="832"/>
                    </a:lnTo>
                    <a:lnTo>
                      <a:pt x="52" y="83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07" name="Google Shape;907;g34742053dee_0_13"/>
              <p:cNvSpPr/>
              <p:nvPr/>
            </p:nvSpPr>
            <p:spPr>
              <a:xfrm flipH="1">
                <a:off x="7658280" y="2494800"/>
                <a:ext cx="522000" cy="547200"/>
              </a:xfrm>
              <a:custGeom>
                <a:rect b="b" l="l" r="r" t="t"/>
                <a:pathLst>
                  <a:path extrusionOk="0" h="231" w="221">
                    <a:moveTo>
                      <a:pt x="6" y="0"/>
                    </a:moveTo>
                    <a:cubicBezTo>
                      <a:pt x="0" y="27"/>
                      <a:pt x="18" y="70"/>
                      <a:pt x="64" y="70"/>
                    </a:cubicBezTo>
                    <a:cubicBezTo>
                      <a:pt x="111" y="70"/>
                      <a:pt x="160" y="70"/>
                      <a:pt x="160" y="70"/>
                    </a:cubicBezTo>
                    <a:cubicBezTo>
                      <a:pt x="119" y="231"/>
                      <a:pt x="119" y="231"/>
                      <a:pt x="119" y="231"/>
                    </a:cubicBezTo>
                    <a:cubicBezTo>
                      <a:pt x="165" y="231"/>
                      <a:pt x="165" y="231"/>
                      <a:pt x="165" y="231"/>
                    </a:cubicBezTo>
                    <a:cubicBezTo>
                      <a:pt x="165" y="231"/>
                      <a:pt x="221" y="77"/>
                      <a:pt x="213" y="45"/>
                    </a:cubicBezTo>
                    <a:cubicBezTo>
                      <a:pt x="206" y="14"/>
                      <a:pt x="91" y="0"/>
                      <a:pt x="91" y="0"/>
                    </a:cubicBezTo>
                    <a:lnTo>
                      <a:pt x="6"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08" name="Google Shape;908;g34742053dee_0_13"/>
              <p:cNvSpPr/>
              <p:nvPr/>
            </p:nvSpPr>
            <p:spPr>
              <a:xfrm flipH="1">
                <a:off x="7783560" y="2997720"/>
                <a:ext cx="144000" cy="225000"/>
              </a:xfrm>
              <a:custGeom>
                <a:rect b="b" l="l" r="r" t="t"/>
                <a:pathLst>
                  <a:path extrusionOk="0" h="95" w="61">
                    <a:moveTo>
                      <a:pt x="56" y="0"/>
                    </a:moveTo>
                    <a:cubicBezTo>
                      <a:pt x="45" y="35"/>
                      <a:pt x="45" y="35"/>
                      <a:pt x="45" y="35"/>
                    </a:cubicBezTo>
                    <a:cubicBezTo>
                      <a:pt x="43" y="43"/>
                      <a:pt x="43" y="51"/>
                      <a:pt x="47" y="58"/>
                    </a:cubicBezTo>
                    <a:cubicBezTo>
                      <a:pt x="53" y="70"/>
                      <a:pt x="61" y="88"/>
                      <a:pt x="58" y="91"/>
                    </a:cubicBezTo>
                    <a:cubicBezTo>
                      <a:pt x="53" y="95"/>
                      <a:pt x="39" y="90"/>
                      <a:pt x="29" y="83"/>
                    </a:cubicBezTo>
                    <a:cubicBezTo>
                      <a:pt x="19" y="76"/>
                      <a:pt x="0" y="53"/>
                      <a:pt x="3" y="47"/>
                    </a:cubicBezTo>
                    <a:cubicBezTo>
                      <a:pt x="7" y="41"/>
                      <a:pt x="16" y="37"/>
                      <a:pt x="16" y="37"/>
                    </a:cubicBezTo>
                    <a:cubicBezTo>
                      <a:pt x="28" y="0"/>
                      <a:pt x="28" y="0"/>
                      <a:pt x="28" y="0"/>
                    </a:cubicBezTo>
                    <a:lnTo>
                      <a:pt x="56" y="0"/>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09" name="Google Shape;909;g34742053dee_0_13"/>
              <p:cNvSpPr/>
              <p:nvPr/>
            </p:nvSpPr>
            <p:spPr>
              <a:xfrm flipH="1">
                <a:off x="7783560" y="3085200"/>
                <a:ext cx="144000" cy="137880"/>
              </a:xfrm>
              <a:custGeom>
                <a:rect b="b" l="l" r="r" t="t"/>
                <a:pathLst>
                  <a:path extrusionOk="0" h="58" w="61">
                    <a:moveTo>
                      <a:pt x="3" y="10"/>
                    </a:moveTo>
                    <a:cubicBezTo>
                      <a:pt x="0" y="16"/>
                      <a:pt x="19" y="39"/>
                      <a:pt x="29" y="46"/>
                    </a:cubicBezTo>
                    <a:cubicBezTo>
                      <a:pt x="39" y="53"/>
                      <a:pt x="53" y="58"/>
                      <a:pt x="58" y="54"/>
                    </a:cubicBezTo>
                    <a:cubicBezTo>
                      <a:pt x="61" y="51"/>
                      <a:pt x="53" y="33"/>
                      <a:pt x="47" y="21"/>
                    </a:cubicBezTo>
                    <a:cubicBezTo>
                      <a:pt x="45" y="18"/>
                      <a:pt x="44" y="15"/>
                      <a:pt x="44" y="11"/>
                    </a:cubicBezTo>
                    <a:cubicBezTo>
                      <a:pt x="36" y="12"/>
                      <a:pt x="29" y="15"/>
                      <a:pt x="29" y="15"/>
                    </a:cubicBezTo>
                    <a:cubicBezTo>
                      <a:pt x="16" y="0"/>
                      <a:pt x="16" y="0"/>
                      <a:pt x="16" y="0"/>
                    </a:cubicBezTo>
                    <a:cubicBezTo>
                      <a:pt x="16" y="0"/>
                      <a:pt x="7" y="4"/>
                      <a:pt x="3"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0" name="Google Shape;910;g34742053dee_0_13"/>
              <p:cNvSpPr/>
              <p:nvPr/>
            </p:nvSpPr>
            <p:spPr>
              <a:xfrm flipH="1">
                <a:off x="7758360" y="2975760"/>
                <a:ext cx="151920" cy="74160"/>
              </a:xfrm>
              <a:custGeom>
                <a:rect b="b" l="l" r="r" t="t"/>
                <a:pathLst>
                  <a:path extrusionOk="0" h="31" w="65">
                    <a:moveTo>
                      <a:pt x="8" y="0"/>
                    </a:moveTo>
                    <a:cubicBezTo>
                      <a:pt x="0" y="31"/>
                      <a:pt x="0" y="31"/>
                      <a:pt x="0" y="31"/>
                    </a:cubicBezTo>
                    <a:cubicBezTo>
                      <a:pt x="55" y="31"/>
                      <a:pt x="55" y="31"/>
                      <a:pt x="55" y="31"/>
                    </a:cubicBezTo>
                    <a:cubicBezTo>
                      <a:pt x="55" y="31"/>
                      <a:pt x="59" y="19"/>
                      <a:pt x="65" y="0"/>
                    </a:cubicBezTo>
                    <a:lnTo>
                      <a:pt x="8" y="0"/>
                    </a:lnTo>
                    <a:close/>
                  </a:path>
                </a:pathLst>
              </a:custGeom>
              <a:solidFill>
                <a:schemeClr val="dk1"/>
              </a:solidFill>
              <a:ln>
                <a:noFill/>
              </a:ln>
            </p:spPr>
            <p:txBody>
              <a:bodyPr anchorCtr="0" anchor="t" bIns="37075" lIns="91425" spcFirstLastPara="1" rIns="91425" wrap="square" tIns="370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1" name="Google Shape;911;g34742053dee_0_13"/>
              <p:cNvSpPr/>
              <p:nvPr/>
            </p:nvSpPr>
            <p:spPr>
              <a:xfrm flipH="1">
                <a:off x="7581960" y="2045520"/>
                <a:ext cx="839520" cy="448920"/>
              </a:xfrm>
              <a:custGeom>
                <a:rect b="b" l="l" r="r" t="t"/>
                <a:pathLst>
                  <a:path extrusionOk="0" h="190" w="355">
                    <a:moveTo>
                      <a:pt x="229" y="2"/>
                    </a:moveTo>
                    <a:cubicBezTo>
                      <a:pt x="226" y="0"/>
                      <a:pt x="223" y="0"/>
                      <a:pt x="219" y="0"/>
                    </a:cubicBezTo>
                    <a:cubicBezTo>
                      <a:pt x="129" y="0"/>
                      <a:pt x="129" y="0"/>
                      <a:pt x="129" y="0"/>
                    </a:cubicBezTo>
                    <a:cubicBezTo>
                      <a:pt x="114" y="0"/>
                      <a:pt x="101" y="4"/>
                      <a:pt x="89" y="13"/>
                    </a:cubicBezTo>
                    <a:cubicBezTo>
                      <a:pt x="66" y="31"/>
                      <a:pt x="27" y="69"/>
                      <a:pt x="0" y="132"/>
                    </a:cubicBezTo>
                    <a:cubicBezTo>
                      <a:pt x="44" y="132"/>
                      <a:pt x="44" y="132"/>
                      <a:pt x="44" y="132"/>
                    </a:cubicBezTo>
                    <a:cubicBezTo>
                      <a:pt x="44" y="132"/>
                      <a:pt x="65" y="77"/>
                      <a:pt x="98" y="54"/>
                    </a:cubicBezTo>
                    <a:cubicBezTo>
                      <a:pt x="69" y="190"/>
                      <a:pt x="69" y="190"/>
                      <a:pt x="69" y="190"/>
                    </a:cubicBezTo>
                    <a:cubicBezTo>
                      <a:pt x="194" y="190"/>
                      <a:pt x="194" y="190"/>
                      <a:pt x="194" y="190"/>
                    </a:cubicBezTo>
                    <a:cubicBezTo>
                      <a:pt x="217" y="47"/>
                      <a:pt x="217" y="47"/>
                      <a:pt x="217" y="47"/>
                    </a:cubicBezTo>
                    <a:cubicBezTo>
                      <a:pt x="344" y="91"/>
                      <a:pt x="344" y="91"/>
                      <a:pt x="344" y="91"/>
                    </a:cubicBezTo>
                    <a:cubicBezTo>
                      <a:pt x="355" y="56"/>
                      <a:pt x="355" y="56"/>
                      <a:pt x="355" y="56"/>
                    </a:cubicBezTo>
                    <a:lnTo>
                      <a:pt x="229" y="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2" name="Google Shape;912;g34742053dee_0_13"/>
              <p:cNvSpPr/>
              <p:nvPr/>
            </p:nvSpPr>
            <p:spPr>
              <a:xfrm flipH="1">
                <a:off x="7821000" y="2494800"/>
                <a:ext cx="479160" cy="547200"/>
              </a:xfrm>
              <a:custGeom>
                <a:rect b="b" l="l" r="r" t="t"/>
                <a:pathLst>
                  <a:path extrusionOk="0" h="231" w="203">
                    <a:moveTo>
                      <a:pt x="18" y="0"/>
                    </a:moveTo>
                    <a:cubicBezTo>
                      <a:pt x="12" y="27"/>
                      <a:pt x="0" y="70"/>
                      <a:pt x="46" y="70"/>
                    </a:cubicBezTo>
                    <a:cubicBezTo>
                      <a:pt x="93" y="70"/>
                      <a:pt x="142" y="70"/>
                      <a:pt x="142" y="70"/>
                    </a:cubicBezTo>
                    <a:cubicBezTo>
                      <a:pt x="101" y="231"/>
                      <a:pt x="101" y="231"/>
                      <a:pt x="101" y="231"/>
                    </a:cubicBezTo>
                    <a:cubicBezTo>
                      <a:pt x="147" y="231"/>
                      <a:pt x="147" y="231"/>
                      <a:pt x="147" y="231"/>
                    </a:cubicBezTo>
                    <a:cubicBezTo>
                      <a:pt x="147" y="231"/>
                      <a:pt x="203" y="77"/>
                      <a:pt x="195" y="45"/>
                    </a:cubicBezTo>
                    <a:cubicBezTo>
                      <a:pt x="188" y="14"/>
                      <a:pt x="73" y="0"/>
                      <a:pt x="73" y="0"/>
                    </a:cubicBezTo>
                    <a:lnTo>
                      <a:pt x="18"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3" name="Google Shape;913;g34742053dee_0_13"/>
              <p:cNvSpPr/>
              <p:nvPr/>
            </p:nvSpPr>
            <p:spPr>
              <a:xfrm flipH="1">
                <a:off x="7947360" y="2997720"/>
                <a:ext cx="144000" cy="225000"/>
              </a:xfrm>
              <a:custGeom>
                <a:rect b="b" l="l" r="r" t="t"/>
                <a:pathLst>
                  <a:path extrusionOk="0" h="95" w="61">
                    <a:moveTo>
                      <a:pt x="56" y="0"/>
                    </a:moveTo>
                    <a:cubicBezTo>
                      <a:pt x="45" y="35"/>
                      <a:pt x="45" y="35"/>
                      <a:pt x="45" y="35"/>
                    </a:cubicBezTo>
                    <a:cubicBezTo>
                      <a:pt x="43" y="43"/>
                      <a:pt x="43" y="51"/>
                      <a:pt x="47" y="58"/>
                    </a:cubicBezTo>
                    <a:cubicBezTo>
                      <a:pt x="53" y="70"/>
                      <a:pt x="61" y="88"/>
                      <a:pt x="58" y="91"/>
                    </a:cubicBezTo>
                    <a:cubicBezTo>
                      <a:pt x="53" y="95"/>
                      <a:pt x="39" y="90"/>
                      <a:pt x="29" y="83"/>
                    </a:cubicBezTo>
                    <a:cubicBezTo>
                      <a:pt x="19" y="76"/>
                      <a:pt x="0" y="53"/>
                      <a:pt x="3" y="47"/>
                    </a:cubicBezTo>
                    <a:cubicBezTo>
                      <a:pt x="7" y="41"/>
                      <a:pt x="16" y="37"/>
                      <a:pt x="16" y="37"/>
                    </a:cubicBezTo>
                    <a:cubicBezTo>
                      <a:pt x="28" y="0"/>
                      <a:pt x="28" y="0"/>
                      <a:pt x="28" y="0"/>
                    </a:cubicBezTo>
                    <a:lnTo>
                      <a:pt x="56" y="0"/>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4" name="Google Shape;914;g34742053dee_0_13"/>
              <p:cNvSpPr/>
              <p:nvPr/>
            </p:nvSpPr>
            <p:spPr>
              <a:xfrm flipH="1">
                <a:off x="7947360" y="3085200"/>
                <a:ext cx="144000" cy="137880"/>
              </a:xfrm>
              <a:custGeom>
                <a:rect b="b" l="l" r="r" t="t"/>
                <a:pathLst>
                  <a:path extrusionOk="0" h="58" w="61">
                    <a:moveTo>
                      <a:pt x="3" y="10"/>
                    </a:moveTo>
                    <a:cubicBezTo>
                      <a:pt x="0" y="16"/>
                      <a:pt x="19" y="39"/>
                      <a:pt x="29" y="46"/>
                    </a:cubicBezTo>
                    <a:cubicBezTo>
                      <a:pt x="39" y="53"/>
                      <a:pt x="53" y="58"/>
                      <a:pt x="58" y="54"/>
                    </a:cubicBezTo>
                    <a:cubicBezTo>
                      <a:pt x="61" y="51"/>
                      <a:pt x="53" y="33"/>
                      <a:pt x="47" y="21"/>
                    </a:cubicBezTo>
                    <a:cubicBezTo>
                      <a:pt x="45" y="18"/>
                      <a:pt x="44" y="15"/>
                      <a:pt x="44" y="11"/>
                    </a:cubicBezTo>
                    <a:cubicBezTo>
                      <a:pt x="36" y="12"/>
                      <a:pt x="29" y="15"/>
                      <a:pt x="29" y="15"/>
                    </a:cubicBezTo>
                    <a:cubicBezTo>
                      <a:pt x="16" y="0"/>
                      <a:pt x="16" y="0"/>
                      <a:pt x="16" y="0"/>
                    </a:cubicBezTo>
                    <a:cubicBezTo>
                      <a:pt x="16" y="0"/>
                      <a:pt x="7" y="4"/>
                      <a:pt x="3" y="1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5" name="Google Shape;915;g34742053dee_0_13"/>
              <p:cNvSpPr/>
              <p:nvPr/>
            </p:nvSpPr>
            <p:spPr>
              <a:xfrm flipH="1">
                <a:off x="8328240" y="2338920"/>
                <a:ext cx="164880" cy="290160"/>
              </a:xfrm>
              <a:custGeom>
                <a:rect b="b" l="l" r="r" t="t"/>
                <a:pathLst>
                  <a:path extrusionOk="0" h="123" w="70">
                    <a:moveTo>
                      <a:pt x="70" y="1"/>
                    </a:moveTo>
                    <a:cubicBezTo>
                      <a:pt x="70" y="2"/>
                      <a:pt x="39" y="88"/>
                      <a:pt x="39" y="88"/>
                    </a:cubicBezTo>
                    <a:cubicBezTo>
                      <a:pt x="39" y="88"/>
                      <a:pt x="35" y="112"/>
                      <a:pt x="33" y="114"/>
                    </a:cubicBezTo>
                    <a:cubicBezTo>
                      <a:pt x="30" y="116"/>
                      <a:pt x="32" y="99"/>
                      <a:pt x="32" y="99"/>
                    </a:cubicBezTo>
                    <a:cubicBezTo>
                      <a:pt x="17" y="123"/>
                      <a:pt x="17" y="123"/>
                      <a:pt x="17" y="123"/>
                    </a:cubicBezTo>
                    <a:cubicBezTo>
                      <a:pt x="3" y="114"/>
                      <a:pt x="3" y="114"/>
                      <a:pt x="3" y="114"/>
                    </a:cubicBezTo>
                    <a:cubicBezTo>
                      <a:pt x="1" y="112"/>
                      <a:pt x="0" y="108"/>
                      <a:pt x="2" y="106"/>
                    </a:cubicBezTo>
                    <a:cubicBezTo>
                      <a:pt x="19" y="82"/>
                      <a:pt x="19" y="82"/>
                      <a:pt x="19" y="82"/>
                    </a:cubicBezTo>
                    <a:cubicBezTo>
                      <a:pt x="43" y="0"/>
                      <a:pt x="43" y="0"/>
                      <a:pt x="43" y="0"/>
                    </a:cubicBezTo>
                    <a:lnTo>
                      <a:pt x="70" y="1"/>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6" name="Google Shape;916;g34742053dee_0_13"/>
              <p:cNvSpPr/>
              <p:nvPr/>
            </p:nvSpPr>
            <p:spPr>
              <a:xfrm flipH="1">
                <a:off x="8289360" y="2307240"/>
                <a:ext cx="139320" cy="52200"/>
              </a:xfrm>
              <a:custGeom>
                <a:rect b="b" l="l" r="r" t="t"/>
                <a:pathLst>
                  <a:path extrusionOk="0" h="22" w="59">
                    <a:moveTo>
                      <a:pt x="10" y="0"/>
                    </a:moveTo>
                    <a:cubicBezTo>
                      <a:pt x="7" y="7"/>
                      <a:pt x="3" y="14"/>
                      <a:pt x="0" y="22"/>
                    </a:cubicBezTo>
                    <a:cubicBezTo>
                      <a:pt x="49" y="22"/>
                      <a:pt x="49" y="22"/>
                      <a:pt x="49" y="22"/>
                    </a:cubicBezTo>
                    <a:cubicBezTo>
                      <a:pt x="49" y="22"/>
                      <a:pt x="53" y="13"/>
                      <a:pt x="59" y="0"/>
                    </a:cubicBezTo>
                    <a:lnTo>
                      <a:pt x="10" y="0"/>
                    </a:lnTo>
                    <a:close/>
                  </a:path>
                </a:pathLst>
              </a:custGeom>
              <a:solidFill>
                <a:schemeClr val="dk1"/>
              </a:solidFill>
              <a:ln>
                <a:noFill/>
              </a:ln>
            </p:spPr>
            <p:txBody>
              <a:bodyPr anchorCtr="0" anchor="t" bIns="26275" lIns="91425" spcFirstLastPara="1" rIns="91425" wrap="square" tIns="262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7" name="Google Shape;917;g34742053dee_0_13"/>
              <p:cNvSpPr/>
              <p:nvPr/>
            </p:nvSpPr>
            <p:spPr>
              <a:xfrm flipH="1">
                <a:off x="7919640" y="2975760"/>
                <a:ext cx="153720" cy="74160"/>
              </a:xfrm>
              <a:custGeom>
                <a:rect b="b" l="l" r="r" t="t"/>
                <a:pathLst>
                  <a:path extrusionOk="0" h="31" w="65">
                    <a:moveTo>
                      <a:pt x="8" y="0"/>
                    </a:moveTo>
                    <a:cubicBezTo>
                      <a:pt x="0" y="31"/>
                      <a:pt x="0" y="31"/>
                      <a:pt x="0" y="31"/>
                    </a:cubicBezTo>
                    <a:cubicBezTo>
                      <a:pt x="55" y="31"/>
                      <a:pt x="55" y="31"/>
                      <a:pt x="55" y="31"/>
                    </a:cubicBezTo>
                    <a:cubicBezTo>
                      <a:pt x="55" y="31"/>
                      <a:pt x="59" y="19"/>
                      <a:pt x="65" y="0"/>
                    </a:cubicBezTo>
                    <a:lnTo>
                      <a:pt x="8" y="0"/>
                    </a:lnTo>
                    <a:close/>
                  </a:path>
                </a:pathLst>
              </a:custGeom>
              <a:solidFill>
                <a:schemeClr val="dk1"/>
              </a:solidFill>
              <a:ln>
                <a:noFill/>
              </a:ln>
            </p:spPr>
            <p:txBody>
              <a:bodyPr anchorCtr="0" anchor="t" bIns="37075" lIns="91425" spcFirstLastPara="1" rIns="91425" wrap="square" tIns="3707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8" name="Google Shape;918;g34742053dee_0_13"/>
              <p:cNvSpPr/>
              <p:nvPr/>
            </p:nvSpPr>
            <p:spPr>
              <a:xfrm flipH="1">
                <a:off x="7994160" y="1788120"/>
                <a:ext cx="122040" cy="201240"/>
              </a:xfrm>
              <a:custGeom>
                <a:rect b="b" l="l" r="r" t="t"/>
                <a:pathLst>
                  <a:path extrusionOk="0" h="85" w="52">
                    <a:moveTo>
                      <a:pt x="25" y="85"/>
                    </a:moveTo>
                    <a:cubicBezTo>
                      <a:pt x="18" y="74"/>
                      <a:pt x="18" y="74"/>
                      <a:pt x="18" y="74"/>
                    </a:cubicBezTo>
                    <a:cubicBezTo>
                      <a:pt x="18" y="74"/>
                      <a:pt x="0" y="50"/>
                      <a:pt x="13" y="25"/>
                    </a:cubicBezTo>
                    <a:cubicBezTo>
                      <a:pt x="26" y="0"/>
                      <a:pt x="52" y="30"/>
                      <a:pt x="52" y="30"/>
                    </a:cubicBezTo>
                    <a:lnTo>
                      <a:pt x="25" y="8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19" name="Google Shape;919;g34742053dee_0_13"/>
              <p:cNvSpPr/>
              <p:nvPr/>
            </p:nvSpPr>
            <p:spPr>
              <a:xfrm flipH="1">
                <a:off x="7922520" y="1848600"/>
                <a:ext cx="183960" cy="259920"/>
              </a:xfrm>
              <a:custGeom>
                <a:rect b="b" l="l" r="r" t="t"/>
                <a:pathLst>
                  <a:path extrusionOk="0" h="110" w="78">
                    <a:moveTo>
                      <a:pt x="73" y="0"/>
                    </a:moveTo>
                    <a:cubicBezTo>
                      <a:pt x="36" y="0"/>
                      <a:pt x="36" y="0"/>
                      <a:pt x="36" y="0"/>
                    </a:cubicBezTo>
                    <a:cubicBezTo>
                      <a:pt x="36" y="7"/>
                      <a:pt x="35" y="14"/>
                      <a:pt x="32" y="20"/>
                    </a:cubicBezTo>
                    <a:cubicBezTo>
                      <a:pt x="32" y="17"/>
                      <a:pt x="30" y="13"/>
                      <a:pt x="26" y="13"/>
                    </a:cubicBezTo>
                    <a:cubicBezTo>
                      <a:pt x="19" y="14"/>
                      <a:pt x="17" y="32"/>
                      <a:pt x="23" y="33"/>
                    </a:cubicBezTo>
                    <a:cubicBezTo>
                      <a:pt x="24" y="33"/>
                      <a:pt x="25" y="33"/>
                      <a:pt x="26" y="33"/>
                    </a:cubicBezTo>
                    <a:cubicBezTo>
                      <a:pt x="20" y="43"/>
                      <a:pt x="14" y="49"/>
                      <a:pt x="14" y="49"/>
                    </a:cubicBezTo>
                    <a:cubicBezTo>
                      <a:pt x="10" y="82"/>
                      <a:pt x="10" y="82"/>
                      <a:pt x="10" y="82"/>
                    </a:cubicBezTo>
                    <a:cubicBezTo>
                      <a:pt x="0" y="82"/>
                      <a:pt x="0" y="82"/>
                      <a:pt x="0" y="82"/>
                    </a:cubicBezTo>
                    <a:cubicBezTo>
                      <a:pt x="30" y="110"/>
                      <a:pt x="59" y="83"/>
                      <a:pt x="59" y="83"/>
                    </a:cubicBezTo>
                    <a:cubicBezTo>
                      <a:pt x="48" y="83"/>
                      <a:pt x="48" y="83"/>
                      <a:pt x="48" y="83"/>
                    </a:cubicBezTo>
                    <a:cubicBezTo>
                      <a:pt x="48" y="60"/>
                      <a:pt x="48" y="60"/>
                      <a:pt x="48" y="60"/>
                    </a:cubicBezTo>
                    <a:cubicBezTo>
                      <a:pt x="48" y="57"/>
                      <a:pt x="50" y="55"/>
                      <a:pt x="53" y="55"/>
                    </a:cubicBezTo>
                    <a:cubicBezTo>
                      <a:pt x="60" y="54"/>
                      <a:pt x="60" y="54"/>
                      <a:pt x="60" y="54"/>
                    </a:cubicBezTo>
                    <a:cubicBezTo>
                      <a:pt x="65" y="54"/>
                      <a:pt x="68" y="51"/>
                      <a:pt x="69" y="46"/>
                    </a:cubicBezTo>
                    <a:cubicBezTo>
                      <a:pt x="71" y="33"/>
                      <a:pt x="71" y="33"/>
                      <a:pt x="71" y="33"/>
                    </a:cubicBezTo>
                    <a:cubicBezTo>
                      <a:pt x="78" y="32"/>
                      <a:pt x="78" y="32"/>
                      <a:pt x="78" y="32"/>
                    </a:cubicBezTo>
                    <a:cubicBezTo>
                      <a:pt x="78" y="32"/>
                      <a:pt x="74" y="1"/>
                      <a:pt x="73" y="0"/>
                    </a:cubicBez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0" name="Google Shape;920;g34742053dee_0_13"/>
              <p:cNvSpPr/>
              <p:nvPr/>
            </p:nvSpPr>
            <p:spPr>
              <a:xfrm flipH="1">
                <a:off x="7879680" y="1776960"/>
                <a:ext cx="217080" cy="82080"/>
              </a:xfrm>
              <a:custGeom>
                <a:rect b="b" l="l" r="r" t="t"/>
                <a:pathLst>
                  <a:path extrusionOk="0" h="35" w="92">
                    <a:moveTo>
                      <a:pt x="2" y="32"/>
                    </a:moveTo>
                    <a:cubicBezTo>
                      <a:pt x="2" y="34"/>
                      <a:pt x="4" y="35"/>
                      <a:pt x="6" y="35"/>
                    </a:cubicBezTo>
                    <a:cubicBezTo>
                      <a:pt x="77" y="35"/>
                      <a:pt x="77" y="35"/>
                      <a:pt x="77" y="35"/>
                    </a:cubicBezTo>
                    <a:cubicBezTo>
                      <a:pt x="87" y="35"/>
                      <a:pt x="92" y="35"/>
                      <a:pt x="92" y="31"/>
                    </a:cubicBezTo>
                    <a:cubicBezTo>
                      <a:pt x="92" y="28"/>
                      <a:pt x="79" y="26"/>
                      <a:pt x="79" y="26"/>
                    </a:cubicBezTo>
                    <a:cubicBezTo>
                      <a:pt x="79" y="26"/>
                      <a:pt x="72" y="0"/>
                      <a:pt x="46" y="0"/>
                    </a:cubicBezTo>
                    <a:cubicBezTo>
                      <a:pt x="21" y="0"/>
                      <a:pt x="3" y="11"/>
                      <a:pt x="1" y="23"/>
                    </a:cubicBezTo>
                    <a:cubicBezTo>
                      <a:pt x="0" y="27"/>
                      <a:pt x="1" y="30"/>
                      <a:pt x="2" y="32"/>
                    </a:cubicBezTo>
                    <a:close/>
                  </a:path>
                </a:pathLst>
              </a:custGeom>
              <a:solidFill>
                <a:schemeClr val="accent1"/>
              </a:solidFill>
              <a:ln>
                <a:noFill/>
              </a:ln>
            </p:spPr>
            <p:txBody>
              <a:bodyPr anchorCtr="0" anchor="t" bIns="41025" lIns="91425" spcFirstLastPara="1" rIns="91425" wrap="square" tIns="410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1" name="Google Shape;921;g34742053dee_0_13"/>
              <p:cNvSpPr/>
              <p:nvPr/>
            </p:nvSpPr>
            <p:spPr>
              <a:xfrm flipH="1">
                <a:off x="6999480" y="2137320"/>
                <a:ext cx="360000" cy="399600"/>
              </a:xfrm>
              <a:custGeom>
                <a:rect b="b" l="l" r="r" t="t"/>
                <a:pathLst>
                  <a:path extrusionOk="0" h="252" w="227">
                    <a:moveTo>
                      <a:pt x="61" y="15"/>
                    </a:moveTo>
                    <a:lnTo>
                      <a:pt x="214" y="54"/>
                    </a:lnTo>
                    <a:lnTo>
                      <a:pt x="166" y="239"/>
                    </a:lnTo>
                    <a:lnTo>
                      <a:pt x="13" y="198"/>
                    </a:lnTo>
                    <a:lnTo>
                      <a:pt x="61" y="15"/>
                    </a:lnTo>
                    <a:close/>
                    <a:moveTo>
                      <a:pt x="52" y="0"/>
                    </a:moveTo>
                    <a:lnTo>
                      <a:pt x="0" y="207"/>
                    </a:lnTo>
                    <a:lnTo>
                      <a:pt x="174" y="252"/>
                    </a:lnTo>
                    <a:lnTo>
                      <a:pt x="227" y="46"/>
                    </a:lnTo>
                    <a:lnTo>
                      <a:pt x="52" y="0"/>
                    </a:lnTo>
                    <a:close/>
                  </a:path>
                </a:pathLst>
              </a:custGeom>
              <a:solidFill>
                <a:srgbClr val="FF007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2" name="Google Shape;922;g34742053dee_0_13"/>
              <p:cNvSpPr/>
              <p:nvPr/>
            </p:nvSpPr>
            <p:spPr>
              <a:xfrm flipH="1">
                <a:off x="6999480" y="2137320"/>
                <a:ext cx="360000" cy="399600"/>
              </a:xfrm>
              <a:custGeom>
                <a:rect b="b" l="l" r="r" t="t"/>
                <a:pathLst>
                  <a:path extrusionOk="0" h="252" w="227">
                    <a:moveTo>
                      <a:pt x="61" y="15"/>
                    </a:moveTo>
                    <a:lnTo>
                      <a:pt x="214" y="54"/>
                    </a:lnTo>
                    <a:lnTo>
                      <a:pt x="166" y="239"/>
                    </a:lnTo>
                    <a:lnTo>
                      <a:pt x="13" y="198"/>
                    </a:lnTo>
                    <a:lnTo>
                      <a:pt x="61" y="15"/>
                    </a:lnTo>
                    <a:moveTo>
                      <a:pt x="52" y="0"/>
                    </a:moveTo>
                    <a:lnTo>
                      <a:pt x="0" y="207"/>
                    </a:lnTo>
                    <a:lnTo>
                      <a:pt x="174" y="252"/>
                    </a:lnTo>
                    <a:lnTo>
                      <a:pt x="227" y="46"/>
                    </a:lnTo>
                    <a:lnTo>
                      <a:pt x="52" y="0"/>
                    </a:lnTo>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3" name="Google Shape;923;g34742053dee_0_13"/>
              <p:cNvSpPr/>
              <p:nvPr/>
            </p:nvSpPr>
            <p:spPr>
              <a:xfrm flipH="1">
                <a:off x="7252920" y="2201040"/>
                <a:ext cx="323640" cy="156960"/>
              </a:xfrm>
              <a:custGeom>
                <a:rect b="b" l="l" r="r" t="t"/>
                <a:pathLst>
                  <a:path extrusionOk="0" h="66" w="137">
                    <a:moveTo>
                      <a:pt x="9" y="0"/>
                    </a:moveTo>
                    <a:cubicBezTo>
                      <a:pt x="94" y="36"/>
                      <a:pt x="94" y="36"/>
                      <a:pt x="94" y="36"/>
                    </a:cubicBezTo>
                    <a:cubicBezTo>
                      <a:pt x="94" y="36"/>
                      <a:pt x="109" y="30"/>
                      <a:pt x="123" y="29"/>
                    </a:cubicBezTo>
                    <a:cubicBezTo>
                      <a:pt x="137" y="28"/>
                      <a:pt x="132" y="35"/>
                      <a:pt x="125" y="36"/>
                    </a:cubicBezTo>
                    <a:cubicBezTo>
                      <a:pt x="118" y="36"/>
                      <a:pt x="111" y="39"/>
                      <a:pt x="111" y="39"/>
                    </a:cubicBezTo>
                    <a:cubicBezTo>
                      <a:pt x="104" y="66"/>
                      <a:pt x="104" y="66"/>
                      <a:pt x="104" y="66"/>
                    </a:cubicBezTo>
                    <a:cubicBezTo>
                      <a:pt x="89" y="54"/>
                      <a:pt x="89" y="54"/>
                      <a:pt x="89" y="54"/>
                    </a:cubicBezTo>
                    <a:cubicBezTo>
                      <a:pt x="0" y="27"/>
                      <a:pt x="0" y="27"/>
                      <a:pt x="0" y="27"/>
                    </a:cubicBezTo>
                    <a:lnTo>
                      <a:pt x="9" y="0"/>
                    </a:lnTo>
                    <a:close/>
                  </a:path>
                </a:pathLst>
              </a:custGeom>
              <a:solidFill>
                <a:srgbClr val="B0878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4" name="Google Shape;924;g34742053dee_0_13"/>
              <p:cNvSpPr/>
              <p:nvPr/>
            </p:nvSpPr>
            <p:spPr>
              <a:xfrm flipH="1">
                <a:off x="7537680" y="2166120"/>
                <a:ext cx="82080" cy="122040"/>
              </a:xfrm>
              <a:custGeom>
                <a:rect b="b" l="l" r="r" t="t"/>
                <a:pathLst>
                  <a:path extrusionOk="0" h="52" w="35">
                    <a:moveTo>
                      <a:pt x="0" y="44"/>
                    </a:moveTo>
                    <a:cubicBezTo>
                      <a:pt x="21" y="52"/>
                      <a:pt x="21" y="52"/>
                      <a:pt x="21" y="52"/>
                    </a:cubicBezTo>
                    <a:cubicBezTo>
                      <a:pt x="35" y="10"/>
                      <a:pt x="35" y="10"/>
                      <a:pt x="35" y="10"/>
                    </a:cubicBezTo>
                    <a:cubicBezTo>
                      <a:pt x="12" y="0"/>
                      <a:pt x="12" y="0"/>
                      <a:pt x="12" y="0"/>
                    </a:cubicBezTo>
                    <a:cubicBezTo>
                      <a:pt x="9" y="12"/>
                      <a:pt x="4" y="31"/>
                      <a:pt x="0" y="4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nvGrpSpPr>
            <p:cNvPr id="925" name="Google Shape;925;g34742053dee_0_13"/>
            <p:cNvGrpSpPr/>
            <p:nvPr/>
          </p:nvGrpSpPr>
          <p:grpSpPr>
            <a:xfrm>
              <a:off x="5405760" y="665280"/>
              <a:ext cx="326640" cy="328200"/>
              <a:chOff x="5405760" y="665280"/>
              <a:chExt cx="326640" cy="328200"/>
            </a:xfrm>
          </p:grpSpPr>
          <p:sp>
            <p:nvSpPr>
              <p:cNvPr id="926" name="Google Shape;926;g34742053dee_0_13"/>
              <p:cNvSpPr/>
              <p:nvPr/>
            </p:nvSpPr>
            <p:spPr>
              <a:xfrm>
                <a:off x="5546880" y="824400"/>
                <a:ext cx="48900" cy="1230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7" name="Google Shape;927;g34742053dee_0_13"/>
              <p:cNvSpPr/>
              <p:nvPr/>
            </p:nvSpPr>
            <p:spPr>
              <a:xfrm>
                <a:off x="5615640" y="824400"/>
                <a:ext cx="49200" cy="1230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8" name="Google Shape;928;g34742053dee_0_13"/>
              <p:cNvSpPr/>
              <p:nvPr/>
            </p:nvSpPr>
            <p:spPr>
              <a:xfrm>
                <a:off x="5684400" y="824400"/>
                <a:ext cx="48000" cy="1230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29" name="Google Shape;929;g34742053dee_0_13"/>
              <p:cNvSpPr/>
              <p:nvPr/>
            </p:nvSpPr>
            <p:spPr>
              <a:xfrm>
                <a:off x="5476320" y="824400"/>
                <a:ext cx="48300" cy="1230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0" name="Google Shape;930;g34742053dee_0_13"/>
              <p:cNvSpPr/>
              <p:nvPr/>
            </p:nvSpPr>
            <p:spPr>
              <a:xfrm>
                <a:off x="5405760" y="824400"/>
                <a:ext cx="48900" cy="12300"/>
              </a:xfrm>
              <a:prstGeom prst="rect">
                <a:avLst/>
              </a:prstGeom>
              <a:solidFill>
                <a:schemeClr val="dk1"/>
              </a:solidFill>
              <a:ln>
                <a:noFill/>
              </a:ln>
            </p:spPr>
            <p:txBody>
              <a:bodyPr anchorCtr="0" anchor="t" bIns="6100" lIns="91425" spcFirstLastPara="1" rIns="91425" wrap="square" tIns="6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1" name="Google Shape;931;g34742053dee_0_13"/>
              <p:cNvSpPr/>
              <p:nvPr/>
            </p:nvSpPr>
            <p:spPr>
              <a:xfrm>
                <a:off x="5564160" y="806760"/>
                <a:ext cx="12300" cy="4920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2" name="Google Shape;932;g34742053dee_0_13"/>
              <p:cNvSpPr/>
              <p:nvPr/>
            </p:nvSpPr>
            <p:spPr>
              <a:xfrm>
                <a:off x="5564160" y="876240"/>
                <a:ext cx="12300" cy="48000"/>
              </a:xfrm>
              <a:prstGeom prst="rect">
                <a:avLst/>
              </a:prstGeom>
              <a:solidFill>
                <a:schemeClr val="dk1"/>
              </a:solidFill>
              <a:ln>
                <a:noFill/>
              </a:ln>
            </p:spPr>
            <p:txBody>
              <a:bodyPr anchorCtr="0" anchor="t"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3" name="Google Shape;933;g34742053dee_0_13"/>
              <p:cNvSpPr/>
              <p:nvPr/>
            </p:nvSpPr>
            <p:spPr>
              <a:xfrm>
                <a:off x="5564160" y="944280"/>
                <a:ext cx="12300" cy="4920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4" name="Google Shape;934;g34742053dee_0_13"/>
              <p:cNvSpPr/>
              <p:nvPr/>
            </p:nvSpPr>
            <p:spPr>
              <a:xfrm>
                <a:off x="5564160" y="735480"/>
                <a:ext cx="12300" cy="4920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935" name="Google Shape;935;g34742053dee_0_13"/>
              <p:cNvSpPr/>
              <p:nvPr/>
            </p:nvSpPr>
            <p:spPr>
              <a:xfrm>
                <a:off x="5564160" y="665280"/>
                <a:ext cx="12300" cy="49200"/>
              </a:xfrm>
              <a:prstGeom prst="rect">
                <a:avLst/>
              </a:prstGeom>
              <a:solidFill>
                <a:schemeClr val="dk1"/>
              </a:solidFill>
              <a:ln>
                <a:noFill/>
              </a:ln>
            </p:spPr>
            <p:txBody>
              <a:bodyPr anchorCtr="0" anchor="t" bIns="24825" lIns="91425" spcFirstLastPara="1" rIns="91425" wrap="square" tIns="24825">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856"/>
                                        </p:tgtEl>
                                        <p:attrNameLst>
                                          <p:attrName>ppt_y</p:attrName>
                                        </p:attrNameLst>
                                      </p:cBhvr>
                                      <p:tavLst>
                                        <p:tav fmla="" tm="0">
                                          <p:val>
                                            <p:strVal val="#ppt_y"/>
                                          </p:val>
                                        </p:tav>
                                        <p:tav fmla="" tm="100000">
                                          <p:val>
                                            <p:strVal val="#ppt_y-1"/>
                                          </p:val>
                                        </p:tav>
                                      </p:tavLst>
                                    </p:anim>
                                    <p:set>
                                      <p:cBhvr>
                                        <p:cTn dur="1" fill="hold">
                                          <p:stCondLst>
                                            <p:cond delay="1000"/>
                                          </p:stCondLst>
                                        </p:cTn>
                                        <p:tgtEl>
                                          <p:spTgt spid="8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1">
                                  <p:stCondLst>
                                    <p:cond delay="0"/>
                                  </p:stCondLst>
                                  <p:childTnLst>
                                    <p:anim calcmode="lin" valueType="num">
                                      <p:cBhvr additive="base">
                                        <p:cTn dur="1000"/>
                                        <p:tgtEl>
                                          <p:spTgt spid="857"/>
                                        </p:tgtEl>
                                        <p:attrNameLst>
                                          <p:attrName>ppt_y</p:attrName>
                                        </p:attrNameLst>
                                      </p:cBhvr>
                                      <p:tavLst>
                                        <p:tav fmla="" tm="0">
                                          <p:val>
                                            <p:strVal val="#ppt_y"/>
                                          </p:val>
                                        </p:tav>
                                        <p:tav fmla="" tm="100000">
                                          <p:val>
                                            <p:strVal val="#ppt_y-1"/>
                                          </p:val>
                                        </p:tav>
                                      </p:tavLst>
                                    </p:anim>
                                    <p:set>
                                      <p:cBhvr>
                                        <p:cTn dur="1" fill="hold">
                                          <p:stCondLst>
                                            <p:cond delay="1000"/>
                                          </p:stCondLst>
                                        </p:cTn>
                                        <p:tgtEl>
                                          <p:spTgt spid="8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g346878187cd_1_0"/>
          <p:cNvSpPr txBox="1"/>
          <p:nvPr/>
        </p:nvSpPr>
        <p:spPr>
          <a:xfrm>
            <a:off x="2480150" y="1808400"/>
            <a:ext cx="5296200" cy="152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5400"/>
              <a:buFont typeface="Plus Jakarta Sans ExtraBold"/>
              <a:buNone/>
            </a:pPr>
            <a:r>
              <a:rPr lang="en" sz="5400">
                <a:solidFill>
                  <a:schemeClr val="dk1"/>
                </a:solidFill>
                <a:latin typeface="Plus Jakarta Sans ExtraBold"/>
                <a:ea typeface="Plus Jakarta Sans ExtraBold"/>
                <a:cs typeface="Plus Jakarta Sans ExtraBold"/>
                <a:sym typeface="Plus Jakarta Sans ExtraBold"/>
              </a:rPr>
              <a:t>tHANK yOU</a:t>
            </a:r>
            <a:endParaRPr sz="6300">
              <a:solidFill>
                <a:schemeClr val="dk1"/>
              </a:solidFill>
            </a:endParaRPr>
          </a:p>
        </p:txBody>
      </p:sp>
      <p:pic>
        <p:nvPicPr>
          <p:cNvPr id="941" name="Google Shape;941;g346878187cd_1_0" title="giphy.gif"/>
          <p:cNvPicPr preferRelativeResize="0"/>
          <p:nvPr/>
        </p:nvPicPr>
        <p:blipFill>
          <a:blip r:embed="rId3">
            <a:alphaModFix/>
          </a:blip>
          <a:stretch>
            <a:fillRect/>
          </a:stretch>
        </p:blipFill>
        <p:spPr>
          <a:xfrm>
            <a:off x="6566800" y="2019775"/>
            <a:ext cx="951200" cy="7398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Design Inspiration for High School by Slidesgo">
  <a:themeElements>
    <a:clrScheme name="Simple Light">
      <a:dk1>
        <a:srgbClr val="325D79"/>
      </a:dk1>
      <a:lt1>
        <a:srgbClr val="FFFEF4"/>
      </a:lt1>
      <a:dk2>
        <a:srgbClr val="4D8DB6"/>
      </a:dk2>
      <a:lt2>
        <a:srgbClr val="4EB6FA"/>
      </a:lt2>
      <a:accent1>
        <a:srgbClr val="00A19A"/>
      </a:accent1>
      <a:accent2>
        <a:srgbClr val="D4E69F"/>
      </a:accent2>
      <a:accent3>
        <a:srgbClr val="FF73AE"/>
      </a:accent3>
      <a:accent4>
        <a:srgbClr val="F0D2E0"/>
      </a:accent4>
      <a:accent5>
        <a:srgbClr val="B5B5B5"/>
      </a:accent5>
      <a:accent6>
        <a:srgbClr val="FFFFFF"/>
      </a:accent6>
      <a:hlink>
        <a:srgbClr val="325D7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ustom.xml><?xml version="1.0" encoding="utf-8"?>
<Properties xmlns="http://schemas.openxmlformats.org/officeDocument/2006/custom-properties" xmlns:vt="http://schemas.openxmlformats.org/officeDocument/2006/docPropsVTypes">
  <property fmtid="{D5CDD505-2E9C-101B-9397-08002B2CF9AE}" pid="2" name="Slides">
    <vt:r8>12.0</vt:r8>
  </property>
</Properties>
</file>